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96ECC0-A1FE-4AF5-AA41-D564985D6E9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C90821F-A4F6-4A62-987B-6E6DAD9D4E81}">
      <dgm:prSet phldrT="[Text]" phldr="0"/>
      <dgm:spPr/>
      <dgm:t>
        <a:bodyPr/>
        <a:lstStyle/>
        <a:p>
          <a:r>
            <a:rPr lang="en-IN" dirty="0"/>
            <a:t>Transactions</a:t>
          </a:r>
        </a:p>
      </dgm:t>
    </dgm:pt>
    <dgm:pt modelId="{B3F8056D-4D3E-486F-8C5A-3FCC2399009D}" type="parTrans" cxnId="{E47074C2-B0BC-4B15-AF09-787A2FB87FBC}">
      <dgm:prSet/>
      <dgm:spPr/>
      <dgm:t>
        <a:bodyPr/>
        <a:lstStyle/>
        <a:p>
          <a:endParaRPr lang="en-IN"/>
        </a:p>
      </dgm:t>
    </dgm:pt>
    <dgm:pt modelId="{354334C5-47E5-4028-B55D-99BED5B1FEFA}" type="sibTrans" cxnId="{E47074C2-B0BC-4B15-AF09-787A2FB87FBC}">
      <dgm:prSet/>
      <dgm:spPr/>
      <dgm:t>
        <a:bodyPr/>
        <a:lstStyle/>
        <a:p>
          <a:endParaRPr lang="en-IN"/>
        </a:p>
      </dgm:t>
    </dgm:pt>
    <dgm:pt modelId="{9EBC71F9-0113-4100-A6AE-A6B1F59DA045}">
      <dgm:prSet phldrT="[Text]" phldr="0"/>
      <dgm:spPr/>
      <dgm:t>
        <a:bodyPr/>
        <a:lstStyle/>
        <a:p>
          <a:r>
            <a:rPr lang="en-IN" dirty="0"/>
            <a:t>Find patterns</a:t>
          </a:r>
        </a:p>
      </dgm:t>
    </dgm:pt>
    <dgm:pt modelId="{5AB6C821-0097-4BF0-9B96-E4ADC853C710}" type="parTrans" cxnId="{314E4B53-C2ED-4902-8DBB-35885DF3211E}">
      <dgm:prSet/>
      <dgm:spPr/>
      <dgm:t>
        <a:bodyPr/>
        <a:lstStyle/>
        <a:p>
          <a:endParaRPr lang="en-IN"/>
        </a:p>
      </dgm:t>
    </dgm:pt>
    <dgm:pt modelId="{EB454B95-9EA2-4598-AA2B-765F00260F42}" type="sibTrans" cxnId="{314E4B53-C2ED-4902-8DBB-35885DF3211E}">
      <dgm:prSet/>
      <dgm:spPr/>
      <dgm:t>
        <a:bodyPr/>
        <a:lstStyle/>
        <a:p>
          <a:endParaRPr lang="en-IN"/>
        </a:p>
      </dgm:t>
    </dgm:pt>
    <dgm:pt modelId="{C98F60BF-BC38-45DF-901F-0149D1D8D945}">
      <dgm:prSet phldrT="[Text]" phldr="0"/>
      <dgm:spPr/>
      <dgm:t>
        <a:bodyPr/>
        <a:lstStyle/>
        <a:p>
          <a:r>
            <a:rPr lang="en-IN" dirty="0"/>
            <a:t>Suggest actions</a:t>
          </a:r>
        </a:p>
      </dgm:t>
    </dgm:pt>
    <dgm:pt modelId="{0E92493A-75EC-4287-8C4C-5073E2DB8D22}" type="parTrans" cxnId="{6AFE4806-25BD-4E94-81BC-58319F5A4C73}">
      <dgm:prSet/>
      <dgm:spPr/>
      <dgm:t>
        <a:bodyPr/>
        <a:lstStyle/>
        <a:p>
          <a:endParaRPr lang="en-IN"/>
        </a:p>
      </dgm:t>
    </dgm:pt>
    <dgm:pt modelId="{30D80E65-092A-4C73-B410-4D0562230196}" type="sibTrans" cxnId="{6AFE4806-25BD-4E94-81BC-58319F5A4C73}">
      <dgm:prSet/>
      <dgm:spPr/>
      <dgm:t>
        <a:bodyPr/>
        <a:lstStyle/>
        <a:p>
          <a:endParaRPr lang="en-IN"/>
        </a:p>
      </dgm:t>
    </dgm:pt>
    <dgm:pt modelId="{DF726E9E-35A4-4417-BBEA-8095F603BD0C}">
      <dgm:prSet phldrT="[Text]" phldr="0"/>
      <dgm:spPr/>
      <dgm:t>
        <a:bodyPr/>
        <a:lstStyle/>
        <a:p>
          <a:r>
            <a:rPr lang="en-IN"/>
            <a:t>Preview impact</a:t>
          </a:r>
          <a:endParaRPr lang="en-IN" dirty="0"/>
        </a:p>
      </dgm:t>
    </dgm:pt>
    <dgm:pt modelId="{2359FD7C-3609-4FBA-A2B7-A638BD858285}" type="parTrans" cxnId="{F6A87FA5-4E57-40FA-9FE3-186B989CCAD8}">
      <dgm:prSet/>
      <dgm:spPr/>
      <dgm:t>
        <a:bodyPr/>
        <a:lstStyle/>
        <a:p>
          <a:endParaRPr lang="en-IN"/>
        </a:p>
      </dgm:t>
    </dgm:pt>
    <dgm:pt modelId="{1B3F0E8C-99C4-4FE9-A3BF-F59CF7B827D0}" type="sibTrans" cxnId="{F6A87FA5-4E57-40FA-9FE3-186B989CCAD8}">
      <dgm:prSet/>
      <dgm:spPr/>
      <dgm:t>
        <a:bodyPr/>
        <a:lstStyle/>
        <a:p>
          <a:endParaRPr lang="en-IN"/>
        </a:p>
      </dgm:t>
    </dgm:pt>
    <dgm:pt modelId="{610C856D-9774-4F8B-AA75-73C8376C53E4}">
      <dgm:prSet phldrT="[Text]" phldr="0"/>
      <dgm:spPr/>
      <dgm:t>
        <a:bodyPr/>
        <a:lstStyle/>
        <a:p>
          <a:r>
            <a:rPr lang="en-IN"/>
            <a:t>User decides</a:t>
          </a:r>
          <a:endParaRPr lang="en-IN" dirty="0"/>
        </a:p>
      </dgm:t>
    </dgm:pt>
    <dgm:pt modelId="{2A792E1C-FEF7-4A24-B75C-F105FC114EB2}" type="parTrans" cxnId="{1DABEDFB-A7C7-480D-A7A5-8B7EE403AF3B}">
      <dgm:prSet/>
      <dgm:spPr/>
      <dgm:t>
        <a:bodyPr/>
        <a:lstStyle/>
        <a:p>
          <a:endParaRPr lang="en-IN"/>
        </a:p>
      </dgm:t>
    </dgm:pt>
    <dgm:pt modelId="{992A1CAE-6782-463C-B79F-8AB4C24B3903}" type="sibTrans" cxnId="{1DABEDFB-A7C7-480D-A7A5-8B7EE403AF3B}">
      <dgm:prSet/>
      <dgm:spPr/>
      <dgm:t>
        <a:bodyPr/>
        <a:lstStyle/>
        <a:p>
          <a:endParaRPr lang="en-IN"/>
        </a:p>
      </dgm:t>
    </dgm:pt>
    <dgm:pt modelId="{4ADBE7BA-C84F-441E-8AEB-0F4754C22134}" type="pres">
      <dgm:prSet presAssocID="{6496ECC0-A1FE-4AF5-AA41-D564985D6E92}" presName="Name0" presStyleCnt="0">
        <dgm:presLayoutVars>
          <dgm:dir/>
          <dgm:resizeHandles val="exact"/>
        </dgm:presLayoutVars>
      </dgm:prSet>
      <dgm:spPr/>
    </dgm:pt>
    <dgm:pt modelId="{6A8E04F5-5224-437E-B8D2-8F7BE76DC782}" type="pres">
      <dgm:prSet presAssocID="{EC90821F-A4F6-4A62-987B-6E6DAD9D4E81}" presName="node" presStyleLbl="node1" presStyleIdx="0" presStyleCnt="5">
        <dgm:presLayoutVars>
          <dgm:bulletEnabled val="1"/>
        </dgm:presLayoutVars>
      </dgm:prSet>
      <dgm:spPr/>
    </dgm:pt>
    <dgm:pt modelId="{70C43979-1D0F-4667-82BD-38F369B82677}" type="pres">
      <dgm:prSet presAssocID="{354334C5-47E5-4028-B55D-99BED5B1FEFA}" presName="sibTrans" presStyleLbl="sibTrans2D1" presStyleIdx="0" presStyleCnt="4"/>
      <dgm:spPr/>
    </dgm:pt>
    <dgm:pt modelId="{665FCCB3-53A1-4D31-B219-405776B7E3ED}" type="pres">
      <dgm:prSet presAssocID="{354334C5-47E5-4028-B55D-99BED5B1FEFA}" presName="connectorText" presStyleLbl="sibTrans2D1" presStyleIdx="0" presStyleCnt="4"/>
      <dgm:spPr/>
    </dgm:pt>
    <dgm:pt modelId="{35D68224-E5B8-45EA-9BAD-9DE142B12ED7}" type="pres">
      <dgm:prSet presAssocID="{9EBC71F9-0113-4100-A6AE-A6B1F59DA045}" presName="node" presStyleLbl="node1" presStyleIdx="1" presStyleCnt="5">
        <dgm:presLayoutVars>
          <dgm:bulletEnabled val="1"/>
        </dgm:presLayoutVars>
      </dgm:prSet>
      <dgm:spPr/>
    </dgm:pt>
    <dgm:pt modelId="{8B23882E-9C55-4B5A-BBEB-FFFC9CD39679}" type="pres">
      <dgm:prSet presAssocID="{EB454B95-9EA2-4598-AA2B-765F00260F42}" presName="sibTrans" presStyleLbl="sibTrans2D1" presStyleIdx="1" presStyleCnt="4"/>
      <dgm:spPr/>
    </dgm:pt>
    <dgm:pt modelId="{72C7A06F-6ED1-4603-A7D5-17B7BC405DEE}" type="pres">
      <dgm:prSet presAssocID="{EB454B95-9EA2-4598-AA2B-765F00260F42}" presName="connectorText" presStyleLbl="sibTrans2D1" presStyleIdx="1" presStyleCnt="4"/>
      <dgm:spPr/>
    </dgm:pt>
    <dgm:pt modelId="{4B479841-1AF7-465D-9C13-A87D8CD313B5}" type="pres">
      <dgm:prSet presAssocID="{C98F60BF-BC38-45DF-901F-0149D1D8D945}" presName="node" presStyleLbl="node1" presStyleIdx="2" presStyleCnt="5">
        <dgm:presLayoutVars>
          <dgm:bulletEnabled val="1"/>
        </dgm:presLayoutVars>
      </dgm:prSet>
      <dgm:spPr/>
    </dgm:pt>
    <dgm:pt modelId="{CE6DCE44-513A-4A6F-A84D-537362CA09A4}" type="pres">
      <dgm:prSet presAssocID="{30D80E65-092A-4C73-B410-4D0562230196}" presName="sibTrans" presStyleLbl="sibTrans2D1" presStyleIdx="2" presStyleCnt="4"/>
      <dgm:spPr/>
    </dgm:pt>
    <dgm:pt modelId="{2A513FE4-7C12-4EBE-9EB5-D44FE90D6373}" type="pres">
      <dgm:prSet presAssocID="{30D80E65-092A-4C73-B410-4D0562230196}" presName="connectorText" presStyleLbl="sibTrans2D1" presStyleIdx="2" presStyleCnt="4"/>
      <dgm:spPr/>
    </dgm:pt>
    <dgm:pt modelId="{3FF50688-3155-49D8-A1F8-AA898F87F282}" type="pres">
      <dgm:prSet presAssocID="{DF726E9E-35A4-4417-BBEA-8095F603BD0C}" presName="node" presStyleLbl="node1" presStyleIdx="3" presStyleCnt="5">
        <dgm:presLayoutVars>
          <dgm:bulletEnabled val="1"/>
        </dgm:presLayoutVars>
      </dgm:prSet>
      <dgm:spPr/>
    </dgm:pt>
    <dgm:pt modelId="{BF7A5251-FAB5-4B32-A075-3D366A3EE548}" type="pres">
      <dgm:prSet presAssocID="{1B3F0E8C-99C4-4FE9-A3BF-F59CF7B827D0}" presName="sibTrans" presStyleLbl="sibTrans2D1" presStyleIdx="3" presStyleCnt="4"/>
      <dgm:spPr/>
    </dgm:pt>
    <dgm:pt modelId="{11849903-71EA-473C-84CC-BD06889F4011}" type="pres">
      <dgm:prSet presAssocID="{1B3F0E8C-99C4-4FE9-A3BF-F59CF7B827D0}" presName="connectorText" presStyleLbl="sibTrans2D1" presStyleIdx="3" presStyleCnt="4"/>
      <dgm:spPr/>
    </dgm:pt>
    <dgm:pt modelId="{4AA16C24-F9C8-4EEF-8745-3013E2405182}" type="pres">
      <dgm:prSet presAssocID="{610C856D-9774-4F8B-AA75-73C8376C53E4}" presName="node" presStyleLbl="node1" presStyleIdx="4" presStyleCnt="5" custLinFactNeighborX="-4180" custLinFactNeighborY="1223">
        <dgm:presLayoutVars>
          <dgm:bulletEnabled val="1"/>
        </dgm:presLayoutVars>
      </dgm:prSet>
      <dgm:spPr/>
    </dgm:pt>
  </dgm:ptLst>
  <dgm:cxnLst>
    <dgm:cxn modelId="{6AFE4806-25BD-4E94-81BC-58319F5A4C73}" srcId="{6496ECC0-A1FE-4AF5-AA41-D564985D6E92}" destId="{C98F60BF-BC38-45DF-901F-0149D1D8D945}" srcOrd="2" destOrd="0" parTransId="{0E92493A-75EC-4287-8C4C-5073E2DB8D22}" sibTransId="{30D80E65-092A-4C73-B410-4D0562230196}"/>
    <dgm:cxn modelId="{308CA313-B6AF-49FA-925D-9509387B6253}" type="presOf" srcId="{C98F60BF-BC38-45DF-901F-0149D1D8D945}" destId="{4B479841-1AF7-465D-9C13-A87D8CD313B5}" srcOrd="0" destOrd="0" presId="urn:microsoft.com/office/officeart/2005/8/layout/process1"/>
    <dgm:cxn modelId="{801F8B1D-EA3D-44EC-9A71-AA5CA8F61ED0}" type="presOf" srcId="{EC90821F-A4F6-4A62-987B-6E6DAD9D4E81}" destId="{6A8E04F5-5224-437E-B8D2-8F7BE76DC782}" srcOrd="0" destOrd="0" presId="urn:microsoft.com/office/officeart/2005/8/layout/process1"/>
    <dgm:cxn modelId="{B1CCA72F-A070-46DE-BA52-9C1D63E610EB}" type="presOf" srcId="{30D80E65-092A-4C73-B410-4D0562230196}" destId="{CE6DCE44-513A-4A6F-A84D-537362CA09A4}" srcOrd="0" destOrd="0" presId="urn:microsoft.com/office/officeart/2005/8/layout/process1"/>
    <dgm:cxn modelId="{2970E95E-5CB9-44A0-9921-6E9F939FF593}" type="presOf" srcId="{354334C5-47E5-4028-B55D-99BED5B1FEFA}" destId="{665FCCB3-53A1-4D31-B219-405776B7E3ED}" srcOrd="1" destOrd="0" presId="urn:microsoft.com/office/officeart/2005/8/layout/process1"/>
    <dgm:cxn modelId="{4924EB5F-01E9-463D-8151-712B58D5E11C}" type="presOf" srcId="{610C856D-9774-4F8B-AA75-73C8376C53E4}" destId="{4AA16C24-F9C8-4EEF-8745-3013E2405182}" srcOrd="0" destOrd="0" presId="urn:microsoft.com/office/officeart/2005/8/layout/process1"/>
    <dgm:cxn modelId="{7B5F0241-DB3A-4AA4-B639-401BCCAB2C59}" type="presOf" srcId="{EB454B95-9EA2-4598-AA2B-765F00260F42}" destId="{72C7A06F-6ED1-4603-A7D5-17B7BC405DEE}" srcOrd="1" destOrd="0" presId="urn:microsoft.com/office/officeart/2005/8/layout/process1"/>
    <dgm:cxn modelId="{9D8F1873-1B9B-47D0-84F5-63372C672CC3}" type="presOf" srcId="{9EBC71F9-0113-4100-A6AE-A6B1F59DA045}" destId="{35D68224-E5B8-45EA-9BAD-9DE142B12ED7}" srcOrd="0" destOrd="0" presId="urn:microsoft.com/office/officeart/2005/8/layout/process1"/>
    <dgm:cxn modelId="{314E4B53-C2ED-4902-8DBB-35885DF3211E}" srcId="{6496ECC0-A1FE-4AF5-AA41-D564985D6E92}" destId="{9EBC71F9-0113-4100-A6AE-A6B1F59DA045}" srcOrd="1" destOrd="0" parTransId="{5AB6C821-0097-4BF0-9B96-E4ADC853C710}" sibTransId="{EB454B95-9EA2-4598-AA2B-765F00260F42}"/>
    <dgm:cxn modelId="{EF542D76-AA87-47BB-8799-DDD446EA47CD}" type="presOf" srcId="{DF726E9E-35A4-4417-BBEA-8095F603BD0C}" destId="{3FF50688-3155-49D8-A1F8-AA898F87F282}" srcOrd="0" destOrd="0" presId="urn:microsoft.com/office/officeart/2005/8/layout/process1"/>
    <dgm:cxn modelId="{9A17A77A-AC6B-4E5A-B7CA-559B7F42DB80}" type="presOf" srcId="{1B3F0E8C-99C4-4FE9-A3BF-F59CF7B827D0}" destId="{BF7A5251-FAB5-4B32-A075-3D366A3EE548}" srcOrd="0" destOrd="0" presId="urn:microsoft.com/office/officeart/2005/8/layout/process1"/>
    <dgm:cxn modelId="{B973C981-6328-48CE-8DBF-E2A296D33FFE}" type="presOf" srcId="{EB454B95-9EA2-4598-AA2B-765F00260F42}" destId="{8B23882E-9C55-4B5A-BBEB-FFFC9CD39679}" srcOrd="0" destOrd="0" presId="urn:microsoft.com/office/officeart/2005/8/layout/process1"/>
    <dgm:cxn modelId="{F6A87FA5-4E57-40FA-9FE3-186B989CCAD8}" srcId="{6496ECC0-A1FE-4AF5-AA41-D564985D6E92}" destId="{DF726E9E-35A4-4417-BBEA-8095F603BD0C}" srcOrd="3" destOrd="0" parTransId="{2359FD7C-3609-4FBA-A2B7-A638BD858285}" sibTransId="{1B3F0E8C-99C4-4FE9-A3BF-F59CF7B827D0}"/>
    <dgm:cxn modelId="{006B75AB-A2A6-4D01-9D8E-BA20D09459DC}" type="presOf" srcId="{30D80E65-092A-4C73-B410-4D0562230196}" destId="{2A513FE4-7C12-4EBE-9EB5-D44FE90D6373}" srcOrd="1" destOrd="0" presId="urn:microsoft.com/office/officeart/2005/8/layout/process1"/>
    <dgm:cxn modelId="{F64E61B1-F4E2-4C9B-9C17-546939FD9832}" type="presOf" srcId="{354334C5-47E5-4028-B55D-99BED5B1FEFA}" destId="{70C43979-1D0F-4667-82BD-38F369B82677}" srcOrd="0" destOrd="0" presId="urn:microsoft.com/office/officeart/2005/8/layout/process1"/>
    <dgm:cxn modelId="{E47074C2-B0BC-4B15-AF09-787A2FB87FBC}" srcId="{6496ECC0-A1FE-4AF5-AA41-D564985D6E92}" destId="{EC90821F-A4F6-4A62-987B-6E6DAD9D4E81}" srcOrd="0" destOrd="0" parTransId="{B3F8056D-4D3E-486F-8C5A-3FCC2399009D}" sibTransId="{354334C5-47E5-4028-B55D-99BED5B1FEFA}"/>
    <dgm:cxn modelId="{8913DCC2-2204-4FD4-8450-2096B7A48A32}" type="presOf" srcId="{1B3F0E8C-99C4-4FE9-A3BF-F59CF7B827D0}" destId="{11849903-71EA-473C-84CC-BD06889F4011}" srcOrd="1" destOrd="0" presId="urn:microsoft.com/office/officeart/2005/8/layout/process1"/>
    <dgm:cxn modelId="{AA639ED4-5F85-4784-AF20-B9A19A007EC1}" type="presOf" srcId="{6496ECC0-A1FE-4AF5-AA41-D564985D6E92}" destId="{4ADBE7BA-C84F-441E-8AEB-0F4754C22134}" srcOrd="0" destOrd="0" presId="urn:microsoft.com/office/officeart/2005/8/layout/process1"/>
    <dgm:cxn modelId="{1DABEDFB-A7C7-480D-A7A5-8B7EE403AF3B}" srcId="{6496ECC0-A1FE-4AF5-AA41-D564985D6E92}" destId="{610C856D-9774-4F8B-AA75-73C8376C53E4}" srcOrd="4" destOrd="0" parTransId="{2A792E1C-FEF7-4A24-B75C-F105FC114EB2}" sibTransId="{992A1CAE-6782-463C-B79F-8AB4C24B3903}"/>
    <dgm:cxn modelId="{13493A72-430C-4E95-BCB5-8DAE5DCB98F4}" type="presParOf" srcId="{4ADBE7BA-C84F-441E-8AEB-0F4754C22134}" destId="{6A8E04F5-5224-437E-B8D2-8F7BE76DC782}" srcOrd="0" destOrd="0" presId="urn:microsoft.com/office/officeart/2005/8/layout/process1"/>
    <dgm:cxn modelId="{261EEA69-A721-4006-B458-9FB0769B28D3}" type="presParOf" srcId="{4ADBE7BA-C84F-441E-8AEB-0F4754C22134}" destId="{70C43979-1D0F-4667-82BD-38F369B82677}" srcOrd="1" destOrd="0" presId="urn:microsoft.com/office/officeart/2005/8/layout/process1"/>
    <dgm:cxn modelId="{40D956EC-FAE6-4A0D-ABA7-591C1B687917}" type="presParOf" srcId="{70C43979-1D0F-4667-82BD-38F369B82677}" destId="{665FCCB3-53A1-4D31-B219-405776B7E3ED}" srcOrd="0" destOrd="0" presId="urn:microsoft.com/office/officeart/2005/8/layout/process1"/>
    <dgm:cxn modelId="{9CABE01C-7756-48F6-A101-E62A31DC0907}" type="presParOf" srcId="{4ADBE7BA-C84F-441E-8AEB-0F4754C22134}" destId="{35D68224-E5B8-45EA-9BAD-9DE142B12ED7}" srcOrd="2" destOrd="0" presId="urn:microsoft.com/office/officeart/2005/8/layout/process1"/>
    <dgm:cxn modelId="{4948BF8F-2255-4643-BCF3-9531CF9AEF21}" type="presParOf" srcId="{4ADBE7BA-C84F-441E-8AEB-0F4754C22134}" destId="{8B23882E-9C55-4B5A-BBEB-FFFC9CD39679}" srcOrd="3" destOrd="0" presId="urn:microsoft.com/office/officeart/2005/8/layout/process1"/>
    <dgm:cxn modelId="{6BCA721F-F3F1-42FA-A1E4-15BD3211D7C9}" type="presParOf" srcId="{8B23882E-9C55-4B5A-BBEB-FFFC9CD39679}" destId="{72C7A06F-6ED1-4603-A7D5-17B7BC405DEE}" srcOrd="0" destOrd="0" presId="urn:microsoft.com/office/officeart/2005/8/layout/process1"/>
    <dgm:cxn modelId="{932CF000-9CFF-467B-9889-75EC507CB142}" type="presParOf" srcId="{4ADBE7BA-C84F-441E-8AEB-0F4754C22134}" destId="{4B479841-1AF7-465D-9C13-A87D8CD313B5}" srcOrd="4" destOrd="0" presId="urn:microsoft.com/office/officeart/2005/8/layout/process1"/>
    <dgm:cxn modelId="{E51E8FBD-69C2-46BE-9BFE-B3547CFFBFCB}" type="presParOf" srcId="{4ADBE7BA-C84F-441E-8AEB-0F4754C22134}" destId="{CE6DCE44-513A-4A6F-A84D-537362CA09A4}" srcOrd="5" destOrd="0" presId="urn:microsoft.com/office/officeart/2005/8/layout/process1"/>
    <dgm:cxn modelId="{066842AD-FE67-4D07-9B27-142C993DBC7F}" type="presParOf" srcId="{CE6DCE44-513A-4A6F-A84D-537362CA09A4}" destId="{2A513FE4-7C12-4EBE-9EB5-D44FE90D6373}" srcOrd="0" destOrd="0" presId="urn:microsoft.com/office/officeart/2005/8/layout/process1"/>
    <dgm:cxn modelId="{AF7E72F8-4857-419A-926A-65754ABC46F0}" type="presParOf" srcId="{4ADBE7BA-C84F-441E-8AEB-0F4754C22134}" destId="{3FF50688-3155-49D8-A1F8-AA898F87F282}" srcOrd="6" destOrd="0" presId="urn:microsoft.com/office/officeart/2005/8/layout/process1"/>
    <dgm:cxn modelId="{22AC42AB-ECE5-434D-A9C1-8A10DFFAA647}" type="presParOf" srcId="{4ADBE7BA-C84F-441E-8AEB-0F4754C22134}" destId="{BF7A5251-FAB5-4B32-A075-3D366A3EE548}" srcOrd="7" destOrd="0" presId="urn:microsoft.com/office/officeart/2005/8/layout/process1"/>
    <dgm:cxn modelId="{B25B3733-7036-4ADA-9569-D3AC492D0EF4}" type="presParOf" srcId="{BF7A5251-FAB5-4B32-A075-3D366A3EE548}" destId="{11849903-71EA-473C-84CC-BD06889F4011}" srcOrd="0" destOrd="0" presId="urn:microsoft.com/office/officeart/2005/8/layout/process1"/>
    <dgm:cxn modelId="{AF721920-EF0B-4E94-8C56-9AC4CCE8F775}" type="presParOf" srcId="{4ADBE7BA-C84F-441E-8AEB-0F4754C22134}" destId="{4AA16C24-F9C8-4EEF-8745-3013E240518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F7909E-2DBE-49BF-94B9-03EE90901EE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66A076-0285-4878-85FF-B660E357F832}">
      <dgm:prSet phldrT="[Text]" phldr="0"/>
      <dgm:spPr/>
      <dgm:t>
        <a:bodyPr/>
        <a:lstStyle/>
        <a:p>
          <a:r>
            <a:rPr lang="en-IN" dirty="0"/>
            <a:t>INPUTS: </a:t>
          </a:r>
          <a:r>
            <a:rPr lang="en-IN" b="0" u="none" dirty="0"/>
            <a:t>Manual entries • CSV imports • user-approved reminders</a:t>
          </a:r>
          <a:endParaRPr lang="en-IN" b="0" dirty="0"/>
        </a:p>
      </dgm:t>
    </dgm:pt>
    <dgm:pt modelId="{D9789E96-F4E3-4963-9F89-4A14084BBE1F}" type="parTrans" cxnId="{3C13B8E2-0227-46BF-ADB6-B068378C734B}">
      <dgm:prSet/>
      <dgm:spPr/>
      <dgm:t>
        <a:bodyPr/>
        <a:lstStyle/>
        <a:p>
          <a:endParaRPr lang="en-IN"/>
        </a:p>
      </dgm:t>
    </dgm:pt>
    <dgm:pt modelId="{F4FD7B5D-B79F-4E74-8957-B935600F7E7F}" type="sibTrans" cxnId="{3C13B8E2-0227-46BF-ADB6-B068378C734B}">
      <dgm:prSet/>
      <dgm:spPr>
        <a:solidFill>
          <a:schemeClr val="accent2">
            <a:alpha val="90000"/>
          </a:schemeClr>
        </a:solidFill>
      </dgm:spPr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61EE280F-AF71-41C3-BA94-4BBC3B64BE4E}">
      <dgm:prSet phldrT="[Text]"/>
      <dgm:spPr/>
      <dgm:t>
        <a:bodyPr/>
        <a:lstStyle/>
        <a:p>
          <a:pPr>
            <a:buNone/>
          </a:pPr>
          <a:r>
            <a:rPr lang="en-IN" dirty="0"/>
            <a:t>PROCESSING: Categorisation rules • recurring-payment detection • scenario calculator</a:t>
          </a:r>
        </a:p>
      </dgm:t>
    </dgm:pt>
    <dgm:pt modelId="{864722DC-1F32-4E9C-8D93-2809B047358D}" type="parTrans" cxnId="{9CDAC6EB-249A-44FE-884E-126A8DEB0FD0}">
      <dgm:prSet/>
      <dgm:spPr/>
      <dgm:t>
        <a:bodyPr/>
        <a:lstStyle/>
        <a:p>
          <a:endParaRPr lang="en-IN"/>
        </a:p>
      </dgm:t>
    </dgm:pt>
    <dgm:pt modelId="{C1DBA4E3-85F0-4262-947D-4E36EDBB19B9}" type="sibTrans" cxnId="{9CDAC6EB-249A-44FE-884E-126A8DEB0FD0}">
      <dgm:prSet/>
      <dgm:spPr>
        <a:solidFill>
          <a:schemeClr val="accent2">
            <a:alpha val="90000"/>
          </a:schemeClr>
        </a:solidFill>
      </dgm:spPr>
      <dgm:t>
        <a:bodyPr/>
        <a:lstStyle/>
        <a:p>
          <a:endParaRPr lang="en-IN"/>
        </a:p>
      </dgm:t>
    </dgm:pt>
    <dgm:pt modelId="{2350767A-C077-4B0C-9428-0C0F662AAEEC}">
      <dgm:prSet phldrT="[Text]"/>
      <dgm:spPr/>
      <dgm:t>
        <a:bodyPr/>
        <a:lstStyle/>
        <a:p>
          <a:pPr>
            <a:buNone/>
          </a:pPr>
          <a:r>
            <a:rPr lang="en-IN" dirty="0"/>
            <a:t>INSIGHTS: Dashboard • claim checklist • future-budget scenarios</a:t>
          </a:r>
        </a:p>
      </dgm:t>
    </dgm:pt>
    <dgm:pt modelId="{35B4CA9B-D152-418D-8540-A2D81DDF6EDB}" type="parTrans" cxnId="{F6B67B3A-A556-4A75-9040-AD4578D5EEF1}">
      <dgm:prSet/>
      <dgm:spPr/>
      <dgm:t>
        <a:bodyPr/>
        <a:lstStyle/>
        <a:p>
          <a:endParaRPr lang="en-IN"/>
        </a:p>
      </dgm:t>
    </dgm:pt>
    <dgm:pt modelId="{B5E93BD7-F8D6-4B25-8CAF-4149296395A7}" type="sibTrans" cxnId="{F6B67B3A-A556-4A75-9040-AD4578D5EEF1}">
      <dgm:prSet/>
      <dgm:spPr>
        <a:solidFill>
          <a:schemeClr val="accent2">
            <a:alpha val="90000"/>
          </a:schemeClr>
        </a:solidFill>
      </dgm:spPr>
      <dgm:t>
        <a:bodyPr/>
        <a:lstStyle/>
        <a:p>
          <a:endParaRPr lang="en-IN"/>
        </a:p>
      </dgm:t>
    </dgm:pt>
    <dgm:pt modelId="{A4C9DF81-ED63-41F7-8516-A51C270B9E45}">
      <dgm:prSet phldrT="[Text]"/>
      <dgm:spPr/>
      <dgm:t>
        <a:bodyPr/>
        <a:lstStyle/>
        <a:p>
          <a:pPr>
            <a:buNone/>
          </a:pPr>
          <a:r>
            <a:rPr lang="en-IN"/>
            <a:t>CONTROL: </a:t>
          </a:r>
          <a:r>
            <a:rPr lang="en-IN" b="0" u="none"/>
            <a:t>Consent • data minimisation • export/delete controls</a:t>
          </a:r>
          <a:endParaRPr lang="en-IN" dirty="0"/>
        </a:p>
      </dgm:t>
    </dgm:pt>
    <dgm:pt modelId="{AFE20BE1-C691-4BFD-90FE-BA5909ACC2F8}" type="parTrans" cxnId="{9D4096C6-8770-4264-8360-501DB95D4A3B}">
      <dgm:prSet/>
      <dgm:spPr/>
      <dgm:t>
        <a:bodyPr/>
        <a:lstStyle/>
        <a:p>
          <a:endParaRPr lang="en-IN"/>
        </a:p>
      </dgm:t>
    </dgm:pt>
    <dgm:pt modelId="{7CA5DE2C-A07D-449E-8670-7034C334A21F}" type="sibTrans" cxnId="{9D4096C6-8770-4264-8360-501DB95D4A3B}">
      <dgm:prSet/>
      <dgm:spPr/>
      <dgm:t>
        <a:bodyPr/>
        <a:lstStyle/>
        <a:p>
          <a:endParaRPr lang="en-IN"/>
        </a:p>
      </dgm:t>
    </dgm:pt>
    <dgm:pt modelId="{491D2B68-EB99-4C39-8031-43F5D0256BC6}" type="pres">
      <dgm:prSet presAssocID="{23F7909E-2DBE-49BF-94B9-03EE90901EE2}" presName="outerComposite" presStyleCnt="0">
        <dgm:presLayoutVars>
          <dgm:chMax val="5"/>
          <dgm:dir/>
          <dgm:resizeHandles val="exact"/>
        </dgm:presLayoutVars>
      </dgm:prSet>
      <dgm:spPr/>
    </dgm:pt>
    <dgm:pt modelId="{8CE74951-B9D0-4792-9B26-F419B3C88D33}" type="pres">
      <dgm:prSet presAssocID="{23F7909E-2DBE-49BF-94B9-03EE90901EE2}" presName="dummyMaxCanvas" presStyleCnt="0">
        <dgm:presLayoutVars/>
      </dgm:prSet>
      <dgm:spPr/>
    </dgm:pt>
    <dgm:pt modelId="{C16927A4-4158-43B8-975C-CB21645DB6A5}" type="pres">
      <dgm:prSet presAssocID="{23F7909E-2DBE-49BF-94B9-03EE90901EE2}" presName="FourNodes_1" presStyleLbl="node1" presStyleIdx="0" presStyleCnt="4">
        <dgm:presLayoutVars>
          <dgm:bulletEnabled val="1"/>
        </dgm:presLayoutVars>
      </dgm:prSet>
      <dgm:spPr/>
    </dgm:pt>
    <dgm:pt modelId="{2766AFEE-37A6-47A5-A72F-F2AA43222368}" type="pres">
      <dgm:prSet presAssocID="{23F7909E-2DBE-49BF-94B9-03EE90901EE2}" presName="FourNodes_2" presStyleLbl="node1" presStyleIdx="1" presStyleCnt="4">
        <dgm:presLayoutVars>
          <dgm:bulletEnabled val="1"/>
        </dgm:presLayoutVars>
      </dgm:prSet>
      <dgm:spPr/>
    </dgm:pt>
    <dgm:pt modelId="{DCDE9D74-227B-418D-A0F3-24307F5EC49B}" type="pres">
      <dgm:prSet presAssocID="{23F7909E-2DBE-49BF-94B9-03EE90901EE2}" presName="FourNodes_3" presStyleLbl="node1" presStyleIdx="2" presStyleCnt="4">
        <dgm:presLayoutVars>
          <dgm:bulletEnabled val="1"/>
        </dgm:presLayoutVars>
      </dgm:prSet>
      <dgm:spPr/>
    </dgm:pt>
    <dgm:pt modelId="{3ED1D479-2DAB-4243-97CD-1935A49975F6}" type="pres">
      <dgm:prSet presAssocID="{23F7909E-2DBE-49BF-94B9-03EE90901EE2}" presName="FourNodes_4" presStyleLbl="node1" presStyleIdx="3" presStyleCnt="4" custLinFactNeighborX="-133" custLinFactNeighborY="14076">
        <dgm:presLayoutVars>
          <dgm:bulletEnabled val="1"/>
        </dgm:presLayoutVars>
      </dgm:prSet>
      <dgm:spPr/>
    </dgm:pt>
    <dgm:pt modelId="{00D52B6D-DC75-4F14-BBED-5E5118FAD91D}" type="pres">
      <dgm:prSet presAssocID="{23F7909E-2DBE-49BF-94B9-03EE90901EE2}" presName="FourConn_1-2" presStyleLbl="fgAccFollowNode1" presStyleIdx="0" presStyleCnt="3">
        <dgm:presLayoutVars>
          <dgm:bulletEnabled val="1"/>
        </dgm:presLayoutVars>
      </dgm:prSet>
      <dgm:spPr/>
    </dgm:pt>
    <dgm:pt modelId="{217B2A8D-F0A8-4133-BAE2-1EA2227D5D78}" type="pres">
      <dgm:prSet presAssocID="{23F7909E-2DBE-49BF-94B9-03EE90901EE2}" presName="FourConn_2-3" presStyleLbl="fgAccFollowNode1" presStyleIdx="1" presStyleCnt="3">
        <dgm:presLayoutVars>
          <dgm:bulletEnabled val="1"/>
        </dgm:presLayoutVars>
      </dgm:prSet>
      <dgm:spPr/>
    </dgm:pt>
    <dgm:pt modelId="{44955F50-8FDA-41E6-A627-E7B246CF332D}" type="pres">
      <dgm:prSet presAssocID="{23F7909E-2DBE-49BF-94B9-03EE90901EE2}" presName="FourConn_3-4" presStyleLbl="fgAccFollowNode1" presStyleIdx="2" presStyleCnt="3">
        <dgm:presLayoutVars>
          <dgm:bulletEnabled val="1"/>
        </dgm:presLayoutVars>
      </dgm:prSet>
      <dgm:spPr/>
    </dgm:pt>
    <dgm:pt modelId="{864CA05E-A86F-4376-90B6-42141C4999E9}" type="pres">
      <dgm:prSet presAssocID="{23F7909E-2DBE-49BF-94B9-03EE90901EE2}" presName="FourNodes_1_text" presStyleLbl="node1" presStyleIdx="3" presStyleCnt="4">
        <dgm:presLayoutVars>
          <dgm:bulletEnabled val="1"/>
        </dgm:presLayoutVars>
      </dgm:prSet>
      <dgm:spPr/>
    </dgm:pt>
    <dgm:pt modelId="{ADD9453B-1F52-4769-8CEA-6814C941FFD0}" type="pres">
      <dgm:prSet presAssocID="{23F7909E-2DBE-49BF-94B9-03EE90901EE2}" presName="FourNodes_2_text" presStyleLbl="node1" presStyleIdx="3" presStyleCnt="4">
        <dgm:presLayoutVars>
          <dgm:bulletEnabled val="1"/>
        </dgm:presLayoutVars>
      </dgm:prSet>
      <dgm:spPr/>
    </dgm:pt>
    <dgm:pt modelId="{EB815353-7F3F-4A1A-BBF4-3F9896F06DEC}" type="pres">
      <dgm:prSet presAssocID="{23F7909E-2DBE-49BF-94B9-03EE90901EE2}" presName="FourNodes_3_text" presStyleLbl="node1" presStyleIdx="3" presStyleCnt="4">
        <dgm:presLayoutVars>
          <dgm:bulletEnabled val="1"/>
        </dgm:presLayoutVars>
      </dgm:prSet>
      <dgm:spPr/>
    </dgm:pt>
    <dgm:pt modelId="{507AF769-0CA6-4C80-9E4D-561A8FAD85D3}" type="pres">
      <dgm:prSet presAssocID="{23F7909E-2DBE-49BF-94B9-03EE90901EE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4D0230B-392D-4331-8A08-BDB64A84E3C3}" type="presOf" srcId="{2350767A-C077-4B0C-9428-0C0F662AAEEC}" destId="{EB815353-7F3F-4A1A-BBF4-3F9896F06DEC}" srcOrd="1" destOrd="0" presId="urn:microsoft.com/office/officeart/2005/8/layout/vProcess5"/>
    <dgm:cxn modelId="{F6B67B3A-A556-4A75-9040-AD4578D5EEF1}" srcId="{23F7909E-2DBE-49BF-94B9-03EE90901EE2}" destId="{2350767A-C077-4B0C-9428-0C0F662AAEEC}" srcOrd="2" destOrd="0" parTransId="{35B4CA9B-D152-418D-8540-A2D81DDF6EDB}" sibTransId="{B5E93BD7-F8D6-4B25-8CAF-4149296395A7}"/>
    <dgm:cxn modelId="{FC10E862-4D71-4504-9AE4-2464D91EDB6A}" type="presOf" srcId="{A4C9DF81-ED63-41F7-8516-A51C270B9E45}" destId="{507AF769-0CA6-4C80-9E4D-561A8FAD85D3}" srcOrd="1" destOrd="0" presId="urn:microsoft.com/office/officeart/2005/8/layout/vProcess5"/>
    <dgm:cxn modelId="{D86DD34C-E095-4865-B3EE-6806F3B1D4FC}" type="presOf" srcId="{2350767A-C077-4B0C-9428-0C0F662AAEEC}" destId="{DCDE9D74-227B-418D-A0F3-24307F5EC49B}" srcOrd="0" destOrd="0" presId="urn:microsoft.com/office/officeart/2005/8/layout/vProcess5"/>
    <dgm:cxn modelId="{098F7C4F-B04B-4F37-ADF3-B893EE8F577A}" type="presOf" srcId="{E466A076-0285-4878-85FF-B660E357F832}" destId="{C16927A4-4158-43B8-975C-CB21645DB6A5}" srcOrd="0" destOrd="0" presId="urn:microsoft.com/office/officeart/2005/8/layout/vProcess5"/>
    <dgm:cxn modelId="{F6CF2D90-98E7-4B69-B770-0B048802F71F}" type="presOf" srcId="{E466A076-0285-4878-85FF-B660E357F832}" destId="{864CA05E-A86F-4376-90B6-42141C4999E9}" srcOrd="1" destOrd="0" presId="urn:microsoft.com/office/officeart/2005/8/layout/vProcess5"/>
    <dgm:cxn modelId="{A7187C9B-2C35-4507-A6B8-AF358895BEB5}" type="presOf" srcId="{B5E93BD7-F8D6-4B25-8CAF-4149296395A7}" destId="{44955F50-8FDA-41E6-A627-E7B246CF332D}" srcOrd="0" destOrd="0" presId="urn:microsoft.com/office/officeart/2005/8/layout/vProcess5"/>
    <dgm:cxn modelId="{C036EAC2-0944-4BE7-BC67-1C9CFB46F989}" type="presOf" srcId="{23F7909E-2DBE-49BF-94B9-03EE90901EE2}" destId="{491D2B68-EB99-4C39-8031-43F5D0256BC6}" srcOrd="0" destOrd="0" presId="urn:microsoft.com/office/officeart/2005/8/layout/vProcess5"/>
    <dgm:cxn modelId="{9D4096C6-8770-4264-8360-501DB95D4A3B}" srcId="{23F7909E-2DBE-49BF-94B9-03EE90901EE2}" destId="{A4C9DF81-ED63-41F7-8516-A51C270B9E45}" srcOrd="3" destOrd="0" parTransId="{AFE20BE1-C691-4BFD-90FE-BA5909ACC2F8}" sibTransId="{7CA5DE2C-A07D-449E-8670-7034C334A21F}"/>
    <dgm:cxn modelId="{5F65CDC8-BB60-4AA1-9C70-B612D289EB86}" type="presOf" srcId="{61EE280F-AF71-41C3-BA94-4BBC3B64BE4E}" destId="{2766AFEE-37A6-47A5-A72F-F2AA43222368}" srcOrd="0" destOrd="0" presId="urn:microsoft.com/office/officeart/2005/8/layout/vProcess5"/>
    <dgm:cxn modelId="{E519A0DC-B093-4D90-84E0-311F6FB45F8E}" type="presOf" srcId="{61EE280F-AF71-41C3-BA94-4BBC3B64BE4E}" destId="{ADD9453B-1F52-4769-8CEA-6814C941FFD0}" srcOrd="1" destOrd="0" presId="urn:microsoft.com/office/officeart/2005/8/layout/vProcess5"/>
    <dgm:cxn modelId="{3C13B8E2-0227-46BF-ADB6-B068378C734B}" srcId="{23F7909E-2DBE-49BF-94B9-03EE90901EE2}" destId="{E466A076-0285-4878-85FF-B660E357F832}" srcOrd="0" destOrd="0" parTransId="{D9789E96-F4E3-4963-9F89-4A14084BBE1F}" sibTransId="{F4FD7B5D-B79F-4E74-8957-B935600F7E7F}"/>
    <dgm:cxn modelId="{412118E5-878A-44DB-9644-FB3C337172EB}" type="presOf" srcId="{F4FD7B5D-B79F-4E74-8957-B935600F7E7F}" destId="{00D52B6D-DC75-4F14-BBED-5E5118FAD91D}" srcOrd="0" destOrd="0" presId="urn:microsoft.com/office/officeart/2005/8/layout/vProcess5"/>
    <dgm:cxn modelId="{9CDAC6EB-249A-44FE-884E-126A8DEB0FD0}" srcId="{23F7909E-2DBE-49BF-94B9-03EE90901EE2}" destId="{61EE280F-AF71-41C3-BA94-4BBC3B64BE4E}" srcOrd="1" destOrd="0" parTransId="{864722DC-1F32-4E9C-8D93-2809B047358D}" sibTransId="{C1DBA4E3-85F0-4262-947D-4E36EDBB19B9}"/>
    <dgm:cxn modelId="{9B210DF2-EECA-44F1-86D1-43DA433A6180}" type="presOf" srcId="{C1DBA4E3-85F0-4262-947D-4E36EDBB19B9}" destId="{217B2A8D-F0A8-4133-BAE2-1EA2227D5D78}" srcOrd="0" destOrd="0" presId="urn:microsoft.com/office/officeart/2005/8/layout/vProcess5"/>
    <dgm:cxn modelId="{5E4F8DFE-D76A-44AE-9374-CE2411C8D5A3}" type="presOf" srcId="{A4C9DF81-ED63-41F7-8516-A51C270B9E45}" destId="{3ED1D479-2DAB-4243-97CD-1935A49975F6}" srcOrd="0" destOrd="0" presId="urn:microsoft.com/office/officeart/2005/8/layout/vProcess5"/>
    <dgm:cxn modelId="{B7DBA3BA-7E17-4EE6-A72E-FBA417FFD57D}" type="presParOf" srcId="{491D2B68-EB99-4C39-8031-43F5D0256BC6}" destId="{8CE74951-B9D0-4792-9B26-F419B3C88D33}" srcOrd="0" destOrd="0" presId="urn:microsoft.com/office/officeart/2005/8/layout/vProcess5"/>
    <dgm:cxn modelId="{1488416E-CAD7-49AB-A8A7-43103333BFE2}" type="presParOf" srcId="{491D2B68-EB99-4C39-8031-43F5D0256BC6}" destId="{C16927A4-4158-43B8-975C-CB21645DB6A5}" srcOrd="1" destOrd="0" presId="urn:microsoft.com/office/officeart/2005/8/layout/vProcess5"/>
    <dgm:cxn modelId="{C62C46C6-A8D4-4F53-9E14-EBB646F599C2}" type="presParOf" srcId="{491D2B68-EB99-4C39-8031-43F5D0256BC6}" destId="{2766AFEE-37A6-47A5-A72F-F2AA43222368}" srcOrd="2" destOrd="0" presId="urn:microsoft.com/office/officeart/2005/8/layout/vProcess5"/>
    <dgm:cxn modelId="{AB2EA790-5F60-4D47-9E1D-DAF42BDB17D1}" type="presParOf" srcId="{491D2B68-EB99-4C39-8031-43F5D0256BC6}" destId="{DCDE9D74-227B-418D-A0F3-24307F5EC49B}" srcOrd="3" destOrd="0" presId="urn:microsoft.com/office/officeart/2005/8/layout/vProcess5"/>
    <dgm:cxn modelId="{A337B165-2BB5-4630-B4B2-E88DC2837DCF}" type="presParOf" srcId="{491D2B68-EB99-4C39-8031-43F5D0256BC6}" destId="{3ED1D479-2DAB-4243-97CD-1935A49975F6}" srcOrd="4" destOrd="0" presId="urn:microsoft.com/office/officeart/2005/8/layout/vProcess5"/>
    <dgm:cxn modelId="{1D751755-A697-497E-8108-FD363EDD79A7}" type="presParOf" srcId="{491D2B68-EB99-4C39-8031-43F5D0256BC6}" destId="{00D52B6D-DC75-4F14-BBED-5E5118FAD91D}" srcOrd="5" destOrd="0" presId="urn:microsoft.com/office/officeart/2005/8/layout/vProcess5"/>
    <dgm:cxn modelId="{1F8CE63F-F1C2-4D06-8467-D7CED2F39953}" type="presParOf" srcId="{491D2B68-EB99-4C39-8031-43F5D0256BC6}" destId="{217B2A8D-F0A8-4133-BAE2-1EA2227D5D78}" srcOrd="6" destOrd="0" presId="urn:microsoft.com/office/officeart/2005/8/layout/vProcess5"/>
    <dgm:cxn modelId="{13CA4782-2F87-48D0-9A07-EC6162977BFE}" type="presParOf" srcId="{491D2B68-EB99-4C39-8031-43F5D0256BC6}" destId="{44955F50-8FDA-41E6-A627-E7B246CF332D}" srcOrd="7" destOrd="0" presId="urn:microsoft.com/office/officeart/2005/8/layout/vProcess5"/>
    <dgm:cxn modelId="{A6C547BF-962D-4604-8E2B-DCE61A735996}" type="presParOf" srcId="{491D2B68-EB99-4C39-8031-43F5D0256BC6}" destId="{864CA05E-A86F-4376-90B6-42141C4999E9}" srcOrd="8" destOrd="0" presId="urn:microsoft.com/office/officeart/2005/8/layout/vProcess5"/>
    <dgm:cxn modelId="{AAA23C8A-0AEE-4E2F-89BF-2BC10EAAA08D}" type="presParOf" srcId="{491D2B68-EB99-4C39-8031-43F5D0256BC6}" destId="{ADD9453B-1F52-4769-8CEA-6814C941FFD0}" srcOrd="9" destOrd="0" presId="urn:microsoft.com/office/officeart/2005/8/layout/vProcess5"/>
    <dgm:cxn modelId="{F4B759E6-4DC1-455A-B78D-200F9737B1A2}" type="presParOf" srcId="{491D2B68-EB99-4C39-8031-43F5D0256BC6}" destId="{EB815353-7F3F-4A1A-BBF4-3F9896F06DEC}" srcOrd="10" destOrd="0" presId="urn:microsoft.com/office/officeart/2005/8/layout/vProcess5"/>
    <dgm:cxn modelId="{D41A031A-D3FC-4E29-A947-7ABF5A6C7905}" type="presParOf" srcId="{491D2B68-EB99-4C39-8031-43F5D0256BC6}" destId="{507AF769-0CA6-4C80-9E4D-561A8FAD85D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4D3D80-5DD1-4965-9008-4F94B812BF71}" type="doc">
      <dgm:prSet loTypeId="urn:microsoft.com/office/officeart/2026/layout/TextCardShortLin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0D1C77A-316E-45E9-943C-732D1ED1F8D5}">
      <dgm:prSet phldrT="Title" phldr="0" custT="1"/>
      <dgm:spPr/>
      <dgm:t>
        <a:bodyPr/>
        <a:lstStyle/>
        <a:p>
          <a:pPr>
            <a:defRPr b="1"/>
          </a:pPr>
          <a:r>
            <a:rPr lang="en-IN" sz="1400" dirty="0">
              <a:solidFill>
                <a:schemeClr val="accent2"/>
              </a:solidFill>
            </a:rPr>
            <a:t>Feasible MVP</a:t>
          </a:r>
        </a:p>
      </dgm:t>
    </dgm:pt>
    <dgm:pt modelId="{CC6FFB02-47E0-484B-A60D-7B7A27B0BC1F}" type="parTrans" cxnId="{B50A9945-8E33-41AF-B757-FC234C463931}">
      <dgm:prSet/>
      <dgm:spPr/>
      <dgm:t>
        <a:bodyPr/>
        <a:lstStyle/>
        <a:p>
          <a:endParaRPr lang="en-IN"/>
        </a:p>
      </dgm:t>
    </dgm:pt>
    <dgm:pt modelId="{21660D0F-582E-4C80-8C23-B1CC67516CBB}" type="sibTrans" cxnId="{B50A9945-8E33-41AF-B757-FC234C463931}">
      <dgm:prSet/>
      <dgm:spPr/>
      <dgm:t>
        <a:bodyPr/>
        <a:lstStyle/>
        <a:p>
          <a:endParaRPr lang="en-IN"/>
        </a:p>
      </dgm:t>
    </dgm:pt>
    <dgm:pt modelId="{641C9E6D-CB85-4FE2-8CC5-F4486E204FF2}">
      <dgm:prSet phldrT="Description" phldr="0"/>
      <dgm:spPr/>
      <dgm:t>
        <a:bodyPr/>
        <a:lstStyle/>
        <a:p>
          <a:r>
            <a:rPr lang="en-IN" dirty="0"/>
            <a:t>Use synthetic user data and user-entered transactions. No bank integration is needed for the first demo.</a:t>
          </a:r>
        </a:p>
      </dgm:t>
    </dgm:pt>
    <dgm:pt modelId="{035AB17A-5272-4185-B30B-D4C3E96CA09E}" type="parTrans" cxnId="{DEB1FFB0-593F-4445-A671-326EEDE91D94}">
      <dgm:prSet/>
      <dgm:spPr/>
      <dgm:t>
        <a:bodyPr/>
        <a:lstStyle/>
        <a:p>
          <a:endParaRPr lang="en-IN"/>
        </a:p>
      </dgm:t>
    </dgm:pt>
    <dgm:pt modelId="{A6D2CA70-3C39-4E54-A96B-38A662E6D5FB}" type="sibTrans" cxnId="{DEB1FFB0-593F-4445-A671-326EEDE91D94}">
      <dgm:prSet/>
      <dgm:spPr/>
      <dgm:t>
        <a:bodyPr/>
        <a:lstStyle/>
        <a:p>
          <a:endParaRPr lang="en-IN"/>
        </a:p>
      </dgm:t>
    </dgm:pt>
    <dgm:pt modelId="{D0259B93-A7D9-4B72-8865-5B089B04C177}">
      <dgm:prSet phldrT="Title" phldr="0" custT="1"/>
      <dgm:spPr/>
      <dgm:t>
        <a:bodyPr/>
        <a:lstStyle/>
        <a:p>
          <a:pPr>
            <a:defRPr b="1"/>
          </a:pPr>
          <a:r>
            <a:rPr lang="en-IN" sz="1400" dirty="0">
              <a:solidFill>
                <a:schemeClr val="accent2"/>
              </a:solidFill>
            </a:rPr>
            <a:t>Key Challenges</a:t>
          </a:r>
        </a:p>
      </dgm:t>
    </dgm:pt>
    <dgm:pt modelId="{C0C88CF3-3387-4EA6-BF76-B9ADAB7F9E2E}" type="parTrans" cxnId="{8065C386-0BD6-4271-8510-B3F4534B0AC9}">
      <dgm:prSet/>
      <dgm:spPr/>
      <dgm:t>
        <a:bodyPr/>
        <a:lstStyle/>
        <a:p>
          <a:endParaRPr lang="en-IN"/>
        </a:p>
      </dgm:t>
    </dgm:pt>
    <dgm:pt modelId="{A8BFA33E-642C-4242-9AA8-4BBC858DEE85}" type="sibTrans" cxnId="{8065C386-0BD6-4271-8510-B3F4534B0AC9}">
      <dgm:prSet/>
      <dgm:spPr/>
      <dgm:t>
        <a:bodyPr/>
        <a:lstStyle/>
        <a:p>
          <a:endParaRPr lang="en-IN"/>
        </a:p>
      </dgm:t>
    </dgm:pt>
    <dgm:pt modelId="{0F7AC365-B341-4CA1-9D8A-76F8285A3D13}">
      <dgm:prSet phldrT="Description" phldr="0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Misclassified transactions, false alerts, incomplete subscription data and user trust.</a:t>
          </a:r>
        </a:p>
      </dgm:t>
    </dgm:pt>
    <dgm:pt modelId="{0CF51662-7AE0-4155-B9EA-C981CCD835CC}" type="parTrans" cxnId="{992BC9D9-E9C2-41D7-8B16-C1583A45378C}">
      <dgm:prSet/>
      <dgm:spPr/>
      <dgm:t>
        <a:bodyPr/>
        <a:lstStyle/>
        <a:p>
          <a:endParaRPr lang="en-IN"/>
        </a:p>
      </dgm:t>
    </dgm:pt>
    <dgm:pt modelId="{F6299416-142A-4CE5-A1C3-21A9EF3C35C7}" type="sibTrans" cxnId="{992BC9D9-E9C2-41D7-8B16-C1583A45378C}">
      <dgm:prSet/>
      <dgm:spPr/>
      <dgm:t>
        <a:bodyPr/>
        <a:lstStyle/>
        <a:p>
          <a:endParaRPr lang="en-IN"/>
        </a:p>
      </dgm:t>
    </dgm:pt>
    <dgm:pt modelId="{F4627689-30D8-486C-993E-ABA57B244D3B}">
      <dgm:prSet phldrT="Title" phldr="0" custT="1"/>
      <dgm:spPr/>
      <dgm:t>
        <a:bodyPr/>
        <a:lstStyle/>
        <a:p>
          <a:pPr>
            <a:defRPr b="1"/>
          </a:pPr>
          <a:r>
            <a:rPr lang="en-IN" sz="1400" dirty="0">
              <a:solidFill>
                <a:schemeClr val="accent2"/>
              </a:solidFill>
            </a:rPr>
            <a:t>Mitigation</a:t>
          </a:r>
        </a:p>
      </dgm:t>
    </dgm:pt>
    <dgm:pt modelId="{6131D0B8-3014-4809-A046-127EE865C038}" type="parTrans" cxnId="{06D313AA-26FF-40AB-9AAA-CCA5C2712FE2}">
      <dgm:prSet/>
      <dgm:spPr/>
      <dgm:t>
        <a:bodyPr/>
        <a:lstStyle/>
        <a:p>
          <a:endParaRPr lang="en-IN"/>
        </a:p>
      </dgm:t>
    </dgm:pt>
    <dgm:pt modelId="{2B339DE4-738C-481A-9FDE-F67CAE448B17}" type="sibTrans" cxnId="{06D313AA-26FF-40AB-9AAA-CCA5C2712FE2}">
      <dgm:prSet/>
      <dgm:spPr/>
      <dgm:t>
        <a:bodyPr/>
        <a:lstStyle/>
        <a:p>
          <a:endParaRPr lang="en-IN"/>
        </a:p>
      </dgm:t>
    </dgm:pt>
    <dgm:pt modelId="{DCD72FD7-B225-4F2E-B2DF-DBE6DBC9D9DE}">
      <dgm:prSet phldrT="Description" phldr="0"/>
      <dgm:spPr/>
      <dgm:t>
        <a:bodyPr/>
        <a:lstStyle/>
        <a:p>
          <a:r>
            <a:rPr lang="en-IN" dirty="0"/>
            <a:t>Show why an alert appeared , let users correct it, and label estimates as estimates.</a:t>
          </a:r>
        </a:p>
      </dgm:t>
    </dgm:pt>
    <dgm:pt modelId="{BF7A08E1-7EB9-4F91-AF22-72FDF0D1913F}" type="parTrans" cxnId="{1F3EA09F-C35E-4314-A24C-F46CF09EC75E}">
      <dgm:prSet/>
      <dgm:spPr/>
      <dgm:t>
        <a:bodyPr/>
        <a:lstStyle/>
        <a:p>
          <a:endParaRPr lang="en-IN"/>
        </a:p>
      </dgm:t>
    </dgm:pt>
    <dgm:pt modelId="{924C2406-76B3-4E97-A859-0AD3FA772FCA}" type="sibTrans" cxnId="{1F3EA09F-C35E-4314-A24C-F46CF09EC75E}">
      <dgm:prSet/>
      <dgm:spPr/>
      <dgm:t>
        <a:bodyPr/>
        <a:lstStyle/>
        <a:p>
          <a:endParaRPr lang="en-IN"/>
        </a:p>
      </dgm:t>
    </dgm:pt>
    <dgm:pt modelId="{39C8708D-A971-4E76-992B-983BAEF7200A}" type="pres">
      <dgm:prSet presAssocID="{804D3D80-5DD1-4965-9008-4F94B812BF71}" presName="root" presStyleCnt="0">
        <dgm:presLayoutVars>
          <dgm:dir/>
          <dgm:resizeHandles val="exact"/>
        </dgm:presLayoutVars>
      </dgm:prSet>
      <dgm:spPr/>
    </dgm:pt>
    <dgm:pt modelId="{01BB56B8-F217-40E7-8A47-77FB31BB420C}" type="pres">
      <dgm:prSet presAssocID="{60D1C77A-316E-45E9-943C-732D1ED1F8D5}" presName="compNode" presStyleCnt="0"/>
      <dgm:spPr/>
    </dgm:pt>
    <dgm:pt modelId="{F09F9C39-9009-4DE4-927C-44EE52F74478}" type="pres">
      <dgm:prSet presAssocID="{60D1C77A-316E-45E9-943C-732D1ED1F8D5}" presName="accentLine" presStyleLbl="dkBgShp" presStyleIdx="0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1FB8DB7C-9793-4FB7-9C6F-B0A79C71DDBA}" type="pres">
      <dgm:prSet presAssocID="{60D1C77A-316E-45E9-943C-732D1ED1F8D5}" presName="titleText" presStyleLbl="revTx" presStyleIdx="0" presStyleCnt="6">
        <dgm:presLayoutVars>
          <dgm:chMax val="0"/>
          <dgm:chPref val="0"/>
        </dgm:presLayoutVars>
      </dgm:prSet>
      <dgm:spPr/>
    </dgm:pt>
    <dgm:pt modelId="{8C076647-6F7B-4B6B-B8F7-96B9961E8C63}" type="pres">
      <dgm:prSet presAssocID="{60D1C77A-316E-45E9-943C-732D1ED1F8D5}" presName="bodyText" presStyleLbl="revTx" presStyleIdx="1" presStyleCnt="6">
        <dgm:presLayoutVars>
          <dgm:chMax val="0"/>
          <dgm:chPref val="0"/>
        </dgm:presLayoutVars>
      </dgm:prSet>
      <dgm:spPr/>
    </dgm:pt>
    <dgm:pt modelId="{0CAEFB20-7A62-418D-A28A-B0A600F5B44D}" type="pres">
      <dgm:prSet presAssocID="{21660D0F-582E-4C80-8C23-B1CC67516CBB}" presName="sibTrans" presStyleCnt="0"/>
      <dgm:spPr/>
    </dgm:pt>
    <dgm:pt modelId="{8C5896B0-91C6-474C-A6CA-CBA840EFB030}" type="pres">
      <dgm:prSet presAssocID="{D0259B93-A7D9-4B72-8865-5B089B04C177}" presName="compNode" presStyleCnt="0"/>
      <dgm:spPr/>
    </dgm:pt>
    <dgm:pt modelId="{D8D02EF2-5E7A-4FA7-9EDD-767B055149D4}" type="pres">
      <dgm:prSet presAssocID="{D0259B93-A7D9-4B72-8865-5B089B04C177}" presName="accentLine" presStyleLbl="dkBgShp" presStyleIdx="1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626D48D8-B271-48A2-851C-FFD22F44C51C}" type="pres">
      <dgm:prSet presAssocID="{D0259B93-A7D9-4B72-8865-5B089B04C177}" presName="titleText" presStyleLbl="revTx" presStyleIdx="2" presStyleCnt="6">
        <dgm:presLayoutVars>
          <dgm:chMax val="0"/>
          <dgm:chPref val="0"/>
        </dgm:presLayoutVars>
      </dgm:prSet>
      <dgm:spPr/>
    </dgm:pt>
    <dgm:pt modelId="{EFEB96BF-69DE-4AFC-ACF9-D26A0886B09A}" type="pres">
      <dgm:prSet presAssocID="{D0259B93-A7D9-4B72-8865-5B089B04C177}" presName="bodyText" presStyleLbl="revTx" presStyleIdx="3" presStyleCnt="6">
        <dgm:presLayoutVars>
          <dgm:chMax val="0"/>
          <dgm:chPref val="0"/>
        </dgm:presLayoutVars>
      </dgm:prSet>
      <dgm:spPr/>
    </dgm:pt>
    <dgm:pt modelId="{934E5877-6966-41F7-A598-7E174E7466CB}" type="pres">
      <dgm:prSet presAssocID="{A8BFA33E-642C-4242-9AA8-4BBC858DEE85}" presName="sibTrans" presStyleCnt="0"/>
      <dgm:spPr/>
    </dgm:pt>
    <dgm:pt modelId="{69D8B55F-37C7-4654-9351-8396AE9ED9B2}" type="pres">
      <dgm:prSet presAssocID="{F4627689-30D8-486C-993E-ABA57B244D3B}" presName="compNode" presStyleCnt="0"/>
      <dgm:spPr/>
    </dgm:pt>
    <dgm:pt modelId="{8BA0D9AA-CCBF-446A-ADBC-EA93966209D9}" type="pres">
      <dgm:prSet presAssocID="{F4627689-30D8-486C-993E-ABA57B244D3B}" presName="accentLine" presStyleLbl="dkBgShp" presStyleIdx="2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CA87B977-6C0E-44B2-A799-6B088FFAE424}" type="pres">
      <dgm:prSet presAssocID="{F4627689-30D8-486C-993E-ABA57B244D3B}" presName="titleText" presStyleLbl="revTx" presStyleIdx="4" presStyleCnt="6">
        <dgm:presLayoutVars>
          <dgm:chMax val="0"/>
          <dgm:chPref val="0"/>
        </dgm:presLayoutVars>
      </dgm:prSet>
      <dgm:spPr/>
    </dgm:pt>
    <dgm:pt modelId="{DF45EB8E-1A4C-47AD-9254-A46F5F30D57D}" type="pres">
      <dgm:prSet presAssocID="{F4627689-30D8-486C-993E-ABA57B244D3B}" presName="bodyText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E001564-5B61-4349-9107-5B6DCF08FA10}" type="presOf" srcId="{F4627689-30D8-486C-993E-ABA57B244D3B}" destId="{CA87B977-6C0E-44B2-A799-6B088FFAE424}" srcOrd="0" destOrd="0" presId="urn:microsoft.com/office/officeart/2026/layout/TextCardShortLine"/>
    <dgm:cxn modelId="{B50A9945-8E33-41AF-B757-FC234C463931}" srcId="{804D3D80-5DD1-4965-9008-4F94B812BF71}" destId="{60D1C77A-316E-45E9-943C-732D1ED1F8D5}" srcOrd="0" destOrd="0" parTransId="{CC6FFB02-47E0-484B-A60D-7B7A27B0BC1F}" sibTransId="{21660D0F-582E-4C80-8C23-B1CC67516CBB}"/>
    <dgm:cxn modelId="{168F6569-BAE5-4415-8195-A71B4CDCA351}" type="presOf" srcId="{804D3D80-5DD1-4965-9008-4F94B812BF71}" destId="{39C8708D-A971-4E76-992B-983BAEF7200A}" srcOrd="0" destOrd="0" presId="urn:microsoft.com/office/officeart/2026/layout/TextCardShortLine"/>
    <dgm:cxn modelId="{9D71DE71-F57E-42CB-93D6-C859722520FA}" type="presOf" srcId="{D0259B93-A7D9-4B72-8865-5B089B04C177}" destId="{626D48D8-B271-48A2-851C-FFD22F44C51C}" srcOrd="0" destOrd="0" presId="urn:microsoft.com/office/officeart/2026/layout/TextCardShortLine"/>
    <dgm:cxn modelId="{8065C386-0BD6-4271-8510-B3F4534B0AC9}" srcId="{804D3D80-5DD1-4965-9008-4F94B812BF71}" destId="{D0259B93-A7D9-4B72-8865-5B089B04C177}" srcOrd="1" destOrd="0" parTransId="{C0C88CF3-3387-4EA6-BF76-B9ADAB7F9E2E}" sibTransId="{A8BFA33E-642C-4242-9AA8-4BBC858DEE85}"/>
    <dgm:cxn modelId="{6C521C8D-E0CF-4327-8C33-77C215A658C6}" type="presOf" srcId="{60D1C77A-316E-45E9-943C-732D1ED1F8D5}" destId="{1FB8DB7C-9793-4FB7-9C6F-B0A79C71DDBA}" srcOrd="0" destOrd="0" presId="urn:microsoft.com/office/officeart/2026/layout/TextCardShortLine"/>
    <dgm:cxn modelId="{1F3EA09F-C35E-4314-A24C-F46CF09EC75E}" srcId="{F4627689-30D8-486C-993E-ABA57B244D3B}" destId="{DCD72FD7-B225-4F2E-B2DF-DBE6DBC9D9DE}" srcOrd="0" destOrd="0" parTransId="{BF7A08E1-7EB9-4F91-AF22-72FDF0D1913F}" sibTransId="{924C2406-76B3-4E97-A859-0AD3FA772FCA}"/>
    <dgm:cxn modelId="{06D313AA-26FF-40AB-9AAA-CCA5C2712FE2}" srcId="{804D3D80-5DD1-4965-9008-4F94B812BF71}" destId="{F4627689-30D8-486C-993E-ABA57B244D3B}" srcOrd="2" destOrd="0" parTransId="{6131D0B8-3014-4809-A046-127EE865C038}" sibTransId="{2B339DE4-738C-481A-9FDE-F67CAE448B17}"/>
    <dgm:cxn modelId="{C511E9AA-A0CF-45F7-97FD-F6E4788AE5AE}" type="presOf" srcId="{0F7AC365-B341-4CA1-9D8A-76F8285A3D13}" destId="{EFEB96BF-69DE-4AFC-ACF9-D26A0886B09A}" srcOrd="0" destOrd="0" presId="urn:microsoft.com/office/officeart/2026/layout/TextCardShortLine"/>
    <dgm:cxn modelId="{DEB1FFB0-593F-4445-A671-326EEDE91D94}" srcId="{60D1C77A-316E-45E9-943C-732D1ED1F8D5}" destId="{641C9E6D-CB85-4FE2-8CC5-F4486E204FF2}" srcOrd="0" destOrd="0" parTransId="{035AB17A-5272-4185-B30B-D4C3E96CA09E}" sibTransId="{A6D2CA70-3C39-4E54-A96B-38A662E6D5FB}"/>
    <dgm:cxn modelId="{992BC9D9-E9C2-41D7-8B16-C1583A45378C}" srcId="{D0259B93-A7D9-4B72-8865-5B089B04C177}" destId="{0F7AC365-B341-4CA1-9D8A-76F8285A3D13}" srcOrd="0" destOrd="0" parTransId="{0CF51662-7AE0-4155-B9EA-C981CCD835CC}" sibTransId="{F6299416-142A-4CE5-A1C3-21A9EF3C35C7}"/>
    <dgm:cxn modelId="{163DBDFB-B258-4F79-9744-6ED5DE5F0A4E}" type="presOf" srcId="{DCD72FD7-B225-4F2E-B2DF-DBE6DBC9D9DE}" destId="{DF45EB8E-1A4C-47AD-9254-A46F5F30D57D}" srcOrd="0" destOrd="0" presId="urn:microsoft.com/office/officeart/2026/layout/TextCardShortLine"/>
    <dgm:cxn modelId="{CA72DBFD-FE3A-49DA-BC3D-D8D533ED2F3B}" type="presOf" srcId="{641C9E6D-CB85-4FE2-8CC5-F4486E204FF2}" destId="{8C076647-6F7B-4B6B-B8F7-96B9961E8C63}" srcOrd="0" destOrd="0" presId="urn:microsoft.com/office/officeart/2026/layout/TextCardShortLine"/>
    <dgm:cxn modelId="{A81615BE-3A0A-4573-A7DA-97B1214501AA}" type="presParOf" srcId="{39C8708D-A971-4E76-992B-983BAEF7200A}" destId="{01BB56B8-F217-40E7-8A47-77FB31BB420C}" srcOrd="0" destOrd="0" presId="urn:microsoft.com/office/officeart/2026/layout/TextCardShortLine"/>
    <dgm:cxn modelId="{73085437-E2F7-4D58-8867-E1939A427FB9}" type="presParOf" srcId="{01BB56B8-F217-40E7-8A47-77FB31BB420C}" destId="{F09F9C39-9009-4DE4-927C-44EE52F74478}" srcOrd="0" destOrd="0" presId="urn:microsoft.com/office/officeart/2026/layout/TextCardShortLine"/>
    <dgm:cxn modelId="{256FA706-FD09-4451-BA80-9BF64F7AF659}" type="presParOf" srcId="{01BB56B8-F217-40E7-8A47-77FB31BB420C}" destId="{1FB8DB7C-9793-4FB7-9C6F-B0A79C71DDBA}" srcOrd="1" destOrd="0" presId="urn:microsoft.com/office/officeart/2026/layout/TextCardShortLine"/>
    <dgm:cxn modelId="{A52419FA-CA07-4805-8A99-00748EFEC682}" type="presParOf" srcId="{01BB56B8-F217-40E7-8A47-77FB31BB420C}" destId="{8C076647-6F7B-4B6B-B8F7-96B9961E8C63}" srcOrd="2" destOrd="0" presId="urn:microsoft.com/office/officeart/2026/layout/TextCardShortLine"/>
    <dgm:cxn modelId="{EA23294F-B3F4-4146-8EC6-F5E2D78A9015}" type="presParOf" srcId="{39C8708D-A971-4E76-992B-983BAEF7200A}" destId="{0CAEFB20-7A62-418D-A28A-B0A600F5B44D}" srcOrd="1" destOrd="0" presId="urn:microsoft.com/office/officeart/2026/layout/TextCardShortLine"/>
    <dgm:cxn modelId="{85E1EBE5-66A0-4172-93F3-DD075C756478}" type="presParOf" srcId="{39C8708D-A971-4E76-992B-983BAEF7200A}" destId="{8C5896B0-91C6-474C-A6CA-CBA840EFB030}" srcOrd="2" destOrd="0" presId="urn:microsoft.com/office/officeart/2026/layout/TextCardShortLine"/>
    <dgm:cxn modelId="{721869BC-F1C8-4622-B8C2-BCB807DB94D4}" type="presParOf" srcId="{8C5896B0-91C6-474C-A6CA-CBA840EFB030}" destId="{D8D02EF2-5E7A-4FA7-9EDD-767B055149D4}" srcOrd="0" destOrd="0" presId="urn:microsoft.com/office/officeart/2026/layout/TextCardShortLine"/>
    <dgm:cxn modelId="{5372A028-9AC8-4D1E-B9A9-AB319122BA4E}" type="presParOf" srcId="{8C5896B0-91C6-474C-A6CA-CBA840EFB030}" destId="{626D48D8-B271-48A2-851C-FFD22F44C51C}" srcOrd="1" destOrd="0" presId="urn:microsoft.com/office/officeart/2026/layout/TextCardShortLine"/>
    <dgm:cxn modelId="{BEB0D899-BFE5-4280-9C99-2DDD5D97CF51}" type="presParOf" srcId="{8C5896B0-91C6-474C-A6CA-CBA840EFB030}" destId="{EFEB96BF-69DE-4AFC-ACF9-D26A0886B09A}" srcOrd="2" destOrd="0" presId="urn:microsoft.com/office/officeart/2026/layout/TextCardShortLine"/>
    <dgm:cxn modelId="{81E2CB9C-AA92-4FE2-9D39-53E0D6B5AF94}" type="presParOf" srcId="{39C8708D-A971-4E76-992B-983BAEF7200A}" destId="{934E5877-6966-41F7-A598-7E174E7466CB}" srcOrd="3" destOrd="0" presId="urn:microsoft.com/office/officeart/2026/layout/TextCardShortLine"/>
    <dgm:cxn modelId="{10EBB2C9-9C18-4CE5-882E-4284CC3F379F}" type="presParOf" srcId="{39C8708D-A971-4E76-992B-983BAEF7200A}" destId="{69D8B55F-37C7-4654-9351-8396AE9ED9B2}" srcOrd="4" destOrd="0" presId="urn:microsoft.com/office/officeart/2026/layout/TextCardShortLine"/>
    <dgm:cxn modelId="{785E5086-4DBA-4B58-9492-F2A0DDFB865D}" type="presParOf" srcId="{69D8B55F-37C7-4654-9351-8396AE9ED9B2}" destId="{8BA0D9AA-CCBF-446A-ADBC-EA93966209D9}" srcOrd="0" destOrd="0" presId="urn:microsoft.com/office/officeart/2026/layout/TextCardShortLine"/>
    <dgm:cxn modelId="{F49AE656-C70C-4AE2-91AF-A29865FACD88}" type="presParOf" srcId="{69D8B55F-37C7-4654-9351-8396AE9ED9B2}" destId="{CA87B977-6C0E-44B2-A799-6B088FFAE424}" srcOrd="1" destOrd="0" presId="urn:microsoft.com/office/officeart/2026/layout/TextCardShortLine"/>
    <dgm:cxn modelId="{D785F123-462C-4749-A5E5-5F764689580C}" type="presParOf" srcId="{69D8B55F-37C7-4654-9351-8396AE9ED9B2}" destId="{DF45EB8E-1A4C-47AD-9254-A46F5F30D57D}" srcOrd="2" destOrd="0" presId="urn:microsoft.com/office/officeart/2026/layout/TextCardShort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A46084-E402-45DE-8E97-103AC5D17A0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D0FBE85-7275-4C57-B336-F0073581B67D}">
      <dgm:prSet phldrT="[Text]" phldr="0" custT="1"/>
      <dgm:spPr/>
      <dgm:t>
        <a:bodyPr/>
        <a:lstStyle/>
        <a:p>
          <a:r>
            <a:rPr lang="en-IN" sz="1800" b="1" dirty="0">
              <a:solidFill>
                <a:schemeClr val="accent2"/>
              </a:solidFill>
            </a:rPr>
            <a:t>Mission &amp; Vision</a:t>
          </a:r>
        </a:p>
      </dgm:t>
    </dgm:pt>
    <dgm:pt modelId="{3937B7E8-7244-4650-A841-8A4625AB6274}" type="parTrans" cxnId="{9087A376-4553-49F2-ADDF-AEE68AB66053}">
      <dgm:prSet/>
      <dgm:spPr/>
      <dgm:t>
        <a:bodyPr/>
        <a:lstStyle/>
        <a:p>
          <a:endParaRPr lang="en-IN"/>
        </a:p>
      </dgm:t>
    </dgm:pt>
    <dgm:pt modelId="{50F27F59-036A-4377-923F-8454A7FDED21}" type="sibTrans" cxnId="{9087A376-4553-49F2-ADDF-AEE68AB66053}">
      <dgm:prSet/>
      <dgm:spPr/>
      <dgm:t>
        <a:bodyPr/>
        <a:lstStyle/>
        <a:p>
          <a:endParaRPr lang="en-IN"/>
        </a:p>
      </dgm:t>
    </dgm:pt>
    <dgm:pt modelId="{C47558E1-BE37-4C5C-8B23-57EE1667A52D}">
      <dgm:prSet phldrT="[Text]" phldr="0" custT="1"/>
      <dgm:spPr/>
      <dgm:t>
        <a:bodyPr/>
        <a:lstStyle/>
        <a:p>
          <a:r>
            <a:rPr lang="en-IN" sz="1400" dirty="0"/>
            <a:t>Help people understand their money clearly and make more informed </a:t>
          </a:r>
          <a:r>
            <a:rPr lang="en-IN" sz="1400"/>
            <a:t>everyday choises</a:t>
          </a:r>
          <a:endParaRPr lang="en-IN" sz="1400" dirty="0"/>
        </a:p>
      </dgm:t>
    </dgm:pt>
    <dgm:pt modelId="{77835729-F057-4D5E-BAA0-9C5C9A80C416}" type="parTrans" cxnId="{F7B70FFE-9890-4B84-A8AF-8DE4FE1D0407}">
      <dgm:prSet/>
      <dgm:spPr/>
      <dgm:t>
        <a:bodyPr/>
        <a:lstStyle/>
        <a:p>
          <a:endParaRPr lang="en-IN"/>
        </a:p>
      </dgm:t>
    </dgm:pt>
    <dgm:pt modelId="{2157E8D4-6ED2-410E-AFB1-07F46BBE673C}" type="sibTrans" cxnId="{F7B70FFE-9890-4B84-A8AF-8DE4FE1D0407}">
      <dgm:prSet/>
      <dgm:spPr/>
      <dgm:t>
        <a:bodyPr/>
        <a:lstStyle/>
        <a:p>
          <a:endParaRPr lang="en-IN"/>
        </a:p>
      </dgm:t>
    </dgm:pt>
    <dgm:pt modelId="{9BF6EE9B-41FD-41D4-AA7F-A4A50F603E05}">
      <dgm:prSet phldrT="[Text]" phldr="0" custT="1"/>
      <dgm:spPr/>
      <dgm:t>
        <a:bodyPr/>
        <a:lstStyle/>
        <a:p>
          <a:r>
            <a:rPr lang="en-IN" sz="1800" b="1" dirty="0">
              <a:solidFill>
                <a:schemeClr val="accent2"/>
              </a:solidFill>
            </a:rPr>
            <a:t>Target users</a:t>
          </a:r>
        </a:p>
      </dgm:t>
    </dgm:pt>
    <dgm:pt modelId="{09B29784-7DAC-44F7-9C18-9B149178F79F}" type="parTrans" cxnId="{BE2F271E-846C-45E5-A80A-3364BC0C816D}">
      <dgm:prSet/>
      <dgm:spPr/>
      <dgm:t>
        <a:bodyPr/>
        <a:lstStyle/>
        <a:p>
          <a:endParaRPr lang="en-IN"/>
        </a:p>
      </dgm:t>
    </dgm:pt>
    <dgm:pt modelId="{B7C9A1A6-4C0B-445C-A08A-11FAECD09579}" type="sibTrans" cxnId="{BE2F271E-846C-45E5-A80A-3364BC0C816D}">
      <dgm:prSet/>
      <dgm:spPr/>
      <dgm:t>
        <a:bodyPr/>
        <a:lstStyle/>
        <a:p>
          <a:endParaRPr lang="en-IN"/>
        </a:p>
      </dgm:t>
    </dgm:pt>
    <dgm:pt modelId="{532466BB-990D-43B3-8F6F-AF8582C3CF5A}">
      <dgm:prSet phldrT="[Text]" phldr="0" custT="1"/>
      <dgm:spPr/>
      <dgm:t>
        <a:bodyPr/>
        <a:lstStyle/>
        <a:p>
          <a:r>
            <a:rPr lang="en-IN" sz="1400" dirty="0"/>
            <a:t>Students, first-job earners, families and people managing multiple recurring payments</a:t>
          </a:r>
          <a:r>
            <a:rPr lang="en-IN" sz="1400"/>
            <a:t>. </a:t>
          </a:r>
          <a:endParaRPr lang="en-IN" sz="1400" dirty="0"/>
        </a:p>
      </dgm:t>
    </dgm:pt>
    <dgm:pt modelId="{FBE89006-0433-4FF1-A102-9C23D9688E14}" type="parTrans" cxnId="{3FCCD55E-A35A-4083-9C2F-585249B190C2}">
      <dgm:prSet/>
      <dgm:spPr/>
      <dgm:t>
        <a:bodyPr/>
        <a:lstStyle/>
        <a:p>
          <a:endParaRPr lang="en-IN"/>
        </a:p>
      </dgm:t>
    </dgm:pt>
    <dgm:pt modelId="{E7DF0C9E-72B2-49B8-8AA6-F75A39CB6F30}" type="sibTrans" cxnId="{3FCCD55E-A35A-4083-9C2F-585249B190C2}">
      <dgm:prSet/>
      <dgm:spPr/>
      <dgm:t>
        <a:bodyPr/>
        <a:lstStyle/>
        <a:p>
          <a:endParaRPr lang="en-IN"/>
        </a:p>
      </dgm:t>
    </dgm:pt>
    <dgm:pt modelId="{EE1206C4-8C2D-4CAC-B131-9B1FD9BAF458}">
      <dgm:prSet phldrT="[Text]" phldr="0" custT="1"/>
      <dgm:spPr/>
      <dgm:t>
        <a:bodyPr/>
        <a:lstStyle/>
        <a:p>
          <a:r>
            <a:rPr lang="en-IN" sz="1800" b="1" dirty="0">
              <a:solidFill>
                <a:schemeClr val="accent2"/>
              </a:solidFill>
            </a:rPr>
            <a:t>Value proposition</a:t>
          </a:r>
        </a:p>
      </dgm:t>
    </dgm:pt>
    <dgm:pt modelId="{9A834142-662B-497F-9FA3-C02B5E5E4BBB}" type="parTrans" cxnId="{0570D502-F85F-460F-B92F-E3DCA06B915A}">
      <dgm:prSet/>
      <dgm:spPr/>
      <dgm:t>
        <a:bodyPr/>
        <a:lstStyle/>
        <a:p>
          <a:endParaRPr lang="en-IN"/>
        </a:p>
      </dgm:t>
    </dgm:pt>
    <dgm:pt modelId="{D8D2E6AD-5231-491A-B3F3-21C4D49A4155}" type="sibTrans" cxnId="{0570D502-F85F-460F-B92F-E3DCA06B915A}">
      <dgm:prSet/>
      <dgm:spPr/>
      <dgm:t>
        <a:bodyPr/>
        <a:lstStyle/>
        <a:p>
          <a:endParaRPr lang="en-IN"/>
        </a:p>
      </dgm:t>
    </dgm:pt>
    <dgm:pt modelId="{E352D05A-C5EA-4773-B519-0459F52536A9}">
      <dgm:prSet phldrT="[Text]" phldr="0" custT="1"/>
      <dgm:spPr/>
      <dgm:t>
        <a:bodyPr/>
        <a:lstStyle/>
        <a:p>
          <a:r>
            <a:rPr lang="en-IN" sz="1400" dirty="0"/>
            <a:t>One place to see spending patterns, possible recoveries, and the trade-offs of future choices.</a:t>
          </a:r>
        </a:p>
      </dgm:t>
    </dgm:pt>
    <dgm:pt modelId="{459077D7-A2FE-40A8-9F63-400A3A6C1654}" type="parTrans" cxnId="{6D007224-0C80-4F08-BE1F-45E5F10F5E84}">
      <dgm:prSet/>
      <dgm:spPr/>
      <dgm:t>
        <a:bodyPr/>
        <a:lstStyle/>
        <a:p>
          <a:endParaRPr lang="en-IN"/>
        </a:p>
      </dgm:t>
    </dgm:pt>
    <dgm:pt modelId="{3EA3E312-9061-4C04-8D9A-BDD893BDA8DB}" type="sibTrans" cxnId="{6D007224-0C80-4F08-BE1F-45E5F10F5E84}">
      <dgm:prSet/>
      <dgm:spPr/>
      <dgm:t>
        <a:bodyPr/>
        <a:lstStyle/>
        <a:p>
          <a:endParaRPr lang="en-IN"/>
        </a:p>
      </dgm:t>
    </dgm:pt>
    <dgm:pt modelId="{0D020197-3FF9-4B12-86AE-DC0C6E10AECB}" type="pres">
      <dgm:prSet presAssocID="{24A46084-E402-45DE-8E97-103AC5D17A0E}" presName="Name0" presStyleCnt="0">
        <dgm:presLayoutVars>
          <dgm:dir/>
          <dgm:animLvl val="lvl"/>
          <dgm:resizeHandles val="exact"/>
        </dgm:presLayoutVars>
      </dgm:prSet>
      <dgm:spPr/>
    </dgm:pt>
    <dgm:pt modelId="{E5EC94A8-2DE4-41A3-BC26-85361E30C009}" type="pres">
      <dgm:prSet presAssocID="{1D0FBE85-7275-4C57-B336-F0073581B67D}" presName="composite" presStyleCnt="0"/>
      <dgm:spPr/>
    </dgm:pt>
    <dgm:pt modelId="{65DC989A-234F-4A22-9B52-50E62E8B1BC8}" type="pres">
      <dgm:prSet presAssocID="{1D0FBE85-7275-4C57-B336-F0073581B67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0564B4F-35AD-4A29-A7AF-384220CC2C74}" type="pres">
      <dgm:prSet presAssocID="{1D0FBE85-7275-4C57-B336-F0073581B67D}" presName="desTx" presStyleLbl="alignAccFollowNode1" presStyleIdx="0" presStyleCnt="3">
        <dgm:presLayoutVars>
          <dgm:bulletEnabled val="1"/>
        </dgm:presLayoutVars>
      </dgm:prSet>
      <dgm:spPr/>
    </dgm:pt>
    <dgm:pt modelId="{DCFBE5C7-3E98-4899-AEE2-B9CB3A6E9B0F}" type="pres">
      <dgm:prSet presAssocID="{50F27F59-036A-4377-923F-8454A7FDED21}" presName="space" presStyleCnt="0"/>
      <dgm:spPr/>
    </dgm:pt>
    <dgm:pt modelId="{ECB1D204-4482-47AF-8E56-E1A96BCD20AA}" type="pres">
      <dgm:prSet presAssocID="{9BF6EE9B-41FD-41D4-AA7F-A4A50F603E05}" presName="composite" presStyleCnt="0"/>
      <dgm:spPr/>
    </dgm:pt>
    <dgm:pt modelId="{885C5ABF-3DE8-4B17-A23A-DE000FE0B067}" type="pres">
      <dgm:prSet presAssocID="{9BF6EE9B-41FD-41D4-AA7F-A4A50F603E0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E2850DE-29D3-4FC1-8B82-080EED769B89}" type="pres">
      <dgm:prSet presAssocID="{9BF6EE9B-41FD-41D4-AA7F-A4A50F603E05}" presName="desTx" presStyleLbl="alignAccFollowNode1" presStyleIdx="1" presStyleCnt="3">
        <dgm:presLayoutVars>
          <dgm:bulletEnabled val="1"/>
        </dgm:presLayoutVars>
      </dgm:prSet>
      <dgm:spPr/>
    </dgm:pt>
    <dgm:pt modelId="{17B02216-6965-48C1-B3F2-2806E20F4AAA}" type="pres">
      <dgm:prSet presAssocID="{B7C9A1A6-4C0B-445C-A08A-11FAECD09579}" presName="space" presStyleCnt="0"/>
      <dgm:spPr/>
    </dgm:pt>
    <dgm:pt modelId="{451EB6C2-CA20-4187-9FDC-4FE50E380E25}" type="pres">
      <dgm:prSet presAssocID="{EE1206C4-8C2D-4CAC-B131-9B1FD9BAF458}" presName="composite" presStyleCnt="0"/>
      <dgm:spPr/>
    </dgm:pt>
    <dgm:pt modelId="{25F118C3-ABD7-4850-BBA2-ADBBDA7D22F0}" type="pres">
      <dgm:prSet presAssocID="{EE1206C4-8C2D-4CAC-B131-9B1FD9BAF45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1F12C07-9ADA-4A8B-B44A-8623DE61F300}" type="pres">
      <dgm:prSet presAssocID="{EE1206C4-8C2D-4CAC-B131-9B1FD9BAF45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570D502-F85F-460F-B92F-E3DCA06B915A}" srcId="{24A46084-E402-45DE-8E97-103AC5D17A0E}" destId="{EE1206C4-8C2D-4CAC-B131-9B1FD9BAF458}" srcOrd="2" destOrd="0" parTransId="{9A834142-662B-497F-9FA3-C02B5E5E4BBB}" sibTransId="{D8D2E6AD-5231-491A-B3F3-21C4D49A4155}"/>
    <dgm:cxn modelId="{BE2F271E-846C-45E5-A80A-3364BC0C816D}" srcId="{24A46084-E402-45DE-8E97-103AC5D17A0E}" destId="{9BF6EE9B-41FD-41D4-AA7F-A4A50F603E05}" srcOrd="1" destOrd="0" parTransId="{09B29784-7DAC-44F7-9C18-9B149178F79F}" sibTransId="{B7C9A1A6-4C0B-445C-A08A-11FAECD09579}"/>
    <dgm:cxn modelId="{6D007224-0C80-4F08-BE1F-45E5F10F5E84}" srcId="{EE1206C4-8C2D-4CAC-B131-9B1FD9BAF458}" destId="{E352D05A-C5EA-4773-B519-0459F52536A9}" srcOrd="0" destOrd="0" parTransId="{459077D7-A2FE-40A8-9F63-400A3A6C1654}" sibTransId="{3EA3E312-9061-4C04-8D9A-BDD893BDA8DB}"/>
    <dgm:cxn modelId="{EA96973D-CEC9-487A-BA9B-2CE70B2B9B0C}" type="presOf" srcId="{532466BB-990D-43B3-8F6F-AF8582C3CF5A}" destId="{9E2850DE-29D3-4FC1-8B82-080EED769B89}" srcOrd="0" destOrd="0" presId="urn:microsoft.com/office/officeart/2005/8/layout/hList1"/>
    <dgm:cxn modelId="{3FCCD55E-A35A-4083-9C2F-585249B190C2}" srcId="{9BF6EE9B-41FD-41D4-AA7F-A4A50F603E05}" destId="{532466BB-990D-43B3-8F6F-AF8582C3CF5A}" srcOrd="0" destOrd="0" parTransId="{FBE89006-0433-4FF1-A102-9C23D9688E14}" sibTransId="{E7DF0C9E-72B2-49B8-8AA6-F75A39CB6F30}"/>
    <dgm:cxn modelId="{9087A376-4553-49F2-ADDF-AEE68AB66053}" srcId="{24A46084-E402-45DE-8E97-103AC5D17A0E}" destId="{1D0FBE85-7275-4C57-B336-F0073581B67D}" srcOrd="0" destOrd="0" parTransId="{3937B7E8-7244-4650-A841-8A4625AB6274}" sibTransId="{50F27F59-036A-4377-923F-8454A7FDED21}"/>
    <dgm:cxn modelId="{8AB60279-6D94-4548-8029-7958DA2D68D8}" type="presOf" srcId="{24A46084-E402-45DE-8E97-103AC5D17A0E}" destId="{0D020197-3FF9-4B12-86AE-DC0C6E10AECB}" srcOrd="0" destOrd="0" presId="urn:microsoft.com/office/officeart/2005/8/layout/hList1"/>
    <dgm:cxn modelId="{7A8BBBA0-965E-48F4-B148-4DC83ECBACC1}" type="presOf" srcId="{E352D05A-C5EA-4773-B519-0459F52536A9}" destId="{01F12C07-9ADA-4A8B-B44A-8623DE61F300}" srcOrd="0" destOrd="0" presId="urn:microsoft.com/office/officeart/2005/8/layout/hList1"/>
    <dgm:cxn modelId="{718D5BB4-C099-48F3-96C6-70021A56D460}" type="presOf" srcId="{9BF6EE9B-41FD-41D4-AA7F-A4A50F603E05}" destId="{885C5ABF-3DE8-4B17-A23A-DE000FE0B067}" srcOrd="0" destOrd="0" presId="urn:microsoft.com/office/officeart/2005/8/layout/hList1"/>
    <dgm:cxn modelId="{0B3573EF-09BD-41FF-AE48-72354D2E85C7}" type="presOf" srcId="{EE1206C4-8C2D-4CAC-B131-9B1FD9BAF458}" destId="{25F118C3-ABD7-4850-BBA2-ADBBDA7D22F0}" srcOrd="0" destOrd="0" presId="urn:microsoft.com/office/officeart/2005/8/layout/hList1"/>
    <dgm:cxn modelId="{F70F2BF6-393E-4013-8B1F-6B3B76DCA515}" type="presOf" srcId="{1D0FBE85-7275-4C57-B336-F0073581B67D}" destId="{65DC989A-234F-4A22-9B52-50E62E8B1BC8}" srcOrd="0" destOrd="0" presId="urn:microsoft.com/office/officeart/2005/8/layout/hList1"/>
    <dgm:cxn modelId="{2F2B45FA-FDA7-4868-9184-A1B53C664365}" type="presOf" srcId="{C47558E1-BE37-4C5C-8B23-57EE1667A52D}" destId="{F0564B4F-35AD-4A29-A7AF-384220CC2C74}" srcOrd="0" destOrd="0" presId="urn:microsoft.com/office/officeart/2005/8/layout/hList1"/>
    <dgm:cxn modelId="{F7B70FFE-9890-4B84-A8AF-8DE4FE1D0407}" srcId="{1D0FBE85-7275-4C57-B336-F0073581B67D}" destId="{C47558E1-BE37-4C5C-8B23-57EE1667A52D}" srcOrd="0" destOrd="0" parTransId="{77835729-F057-4D5E-BAA0-9C5C9A80C416}" sibTransId="{2157E8D4-6ED2-410E-AFB1-07F46BBE673C}"/>
    <dgm:cxn modelId="{71AE6CA8-2DA0-4EA2-979B-24710EB40F40}" type="presParOf" srcId="{0D020197-3FF9-4B12-86AE-DC0C6E10AECB}" destId="{E5EC94A8-2DE4-41A3-BC26-85361E30C009}" srcOrd="0" destOrd="0" presId="urn:microsoft.com/office/officeart/2005/8/layout/hList1"/>
    <dgm:cxn modelId="{BA9D5711-8F39-4344-8B5F-1A143E21C633}" type="presParOf" srcId="{E5EC94A8-2DE4-41A3-BC26-85361E30C009}" destId="{65DC989A-234F-4A22-9B52-50E62E8B1BC8}" srcOrd="0" destOrd="0" presId="urn:microsoft.com/office/officeart/2005/8/layout/hList1"/>
    <dgm:cxn modelId="{A0025FE4-410D-4869-B0CA-F007FC326CE6}" type="presParOf" srcId="{E5EC94A8-2DE4-41A3-BC26-85361E30C009}" destId="{F0564B4F-35AD-4A29-A7AF-384220CC2C74}" srcOrd="1" destOrd="0" presId="urn:microsoft.com/office/officeart/2005/8/layout/hList1"/>
    <dgm:cxn modelId="{282B44E3-6E2D-4A4A-AF84-7DA7CFE49A40}" type="presParOf" srcId="{0D020197-3FF9-4B12-86AE-DC0C6E10AECB}" destId="{DCFBE5C7-3E98-4899-AEE2-B9CB3A6E9B0F}" srcOrd="1" destOrd="0" presId="urn:microsoft.com/office/officeart/2005/8/layout/hList1"/>
    <dgm:cxn modelId="{FCD242A9-5DEB-4DB1-A85F-FAE54C90E6A4}" type="presParOf" srcId="{0D020197-3FF9-4B12-86AE-DC0C6E10AECB}" destId="{ECB1D204-4482-47AF-8E56-E1A96BCD20AA}" srcOrd="2" destOrd="0" presId="urn:microsoft.com/office/officeart/2005/8/layout/hList1"/>
    <dgm:cxn modelId="{B387838E-9780-4549-9878-76495083DABC}" type="presParOf" srcId="{ECB1D204-4482-47AF-8E56-E1A96BCD20AA}" destId="{885C5ABF-3DE8-4B17-A23A-DE000FE0B067}" srcOrd="0" destOrd="0" presId="urn:microsoft.com/office/officeart/2005/8/layout/hList1"/>
    <dgm:cxn modelId="{CDE62ED2-6D92-4BB4-8C9B-3446FC550606}" type="presParOf" srcId="{ECB1D204-4482-47AF-8E56-E1A96BCD20AA}" destId="{9E2850DE-29D3-4FC1-8B82-080EED769B89}" srcOrd="1" destOrd="0" presId="urn:microsoft.com/office/officeart/2005/8/layout/hList1"/>
    <dgm:cxn modelId="{DBCF0798-1B0E-415F-BFA8-04D6984D5B09}" type="presParOf" srcId="{0D020197-3FF9-4B12-86AE-DC0C6E10AECB}" destId="{17B02216-6965-48C1-B3F2-2806E20F4AAA}" srcOrd="3" destOrd="0" presId="urn:microsoft.com/office/officeart/2005/8/layout/hList1"/>
    <dgm:cxn modelId="{105D5D10-5AB2-4C3B-9C63-FF0F9AA53E25}" type="presParOf" srcId="{0D020197-3FF9-4B12-86AE-DC0C6E10AECB}" destId="{451EB6C2-CA20-4187-9FDC-4FE50E380E25}" srcOrd="4" destOrd="0" presId="urn:microsoft.com/office/officeart/2005/8/layout/hList1"/>
    <dgm:cxn modelId="{7557A287-90A5-4B67-94FB-DB50E430C7AE}" type="presParOf" srcId="{451EB6C2-CA20-4187-9FDC-4FE50E380E25}" destId="{25F118C3-ABD7-4850-BBA2-ADBBDA7D22F0}" srcOrd="0" destOrd="0" presId="urn:microsoft.com/office/officeart/2005/8/layout/hList1"/>
    <dgm:cxn modelId="{5C350D4B-BBD3-4C78-8AEE-14F74B3AA928}" type="presParOf" srcId="{451EB6C2-CA20-4187-9FDC-4FE50E380E25}" destId="{01F12C07-9ADA-4A8B-B44A-8623DE61F30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1B604B-06EF-4C6C-ABEE-1AD7EB677941}" type="doc">
      <dgm:prSet loTypeId="urn:microsoft.com/office/officeart/2024/layout/HorizontalActionList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A94FD32-CABF-4B20-88CA-AB41D5188928}">
      <dgm:prSet phldrT="[Text]" phldr="0" custT="1"/>
      <dgm:spPr/>
      <dgm:t>
        <a:bodyPr/>
        <a:lstStyle/>
        <a:p>
          <a:pPr algn="ctr"/>
          <a:r>
            <a:rPr lang="en-IN" sz="1800" b="1" dirty="0">
              <a:solidFill>
                <a:schemeClr val="accent2"/>
              </a:solidFill>
            </a:rPr>
            <a:t>Clarity</a:t>
          </a:r>
        </a:p>
      </dgm:t>
    </dgm:pt>
    <dgm:pt modelId="{68F70A93-E95A-40A0-ADD3-1701CF7F5211}" type="parTrans" cxnId="{FA7B6EFC-480E-45FD-86C1-C0758DA3CF13}">
      <dgm:prSet/>
      <dgm:spPr/>
      <dgm:t>
        <a:bodyPr/>
        <a:lstStyle/>
        <a:p>
          <a:endParaRPr lang="en-IN"/>
        </a:p>
      </dgm:t>
    </dgm:pt>
    <dgm:pt modelId="{A192690B-6CFF-4D33-B560-1F699836F7CC}" type="sibTrans" cxnId="{FA7B6EFC-480E-45FD-86C1-C0758DA3CF13}">
      <dgm:prSet/>
      <dgm:spPr/>
      <dgm:t>
        <a:bodyPr/>
        <a:lstStyle/>
        <a:p>
          <a:endParaRPr lang="en-IN"/>
        </a:p>
      </dgm:t>
    </dgm:pt>
    <dgm:pt modelId="{6223F350-C3B0-42F0-9966-FF51E4B7D64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b="0" u="none" dirty="0"/>
            <a:t>Users can review income, spending, and investments in a single organised view.</a:t>
          </a:r>
          <a:endParaRPr lang="en-IN" sz="1600" dirty="0"/>
        </a:p>
      </dgm:t>
    </dgm:pt>
    <dgm:pt modelId="{DED615D8-AF61-4218-9D40-B7EFCFBF6838}" type="parTrans" cxnId="{DC212D3B-F5D8-4ACB-B3E1-515900266FF7}">
      <dgm:prSet/>
      <dgm:spPr/>
      <dgm:t>
        <a:bodyPr/>
        <a:lstStyle/>
        <a:p>
          <a:endParaRPr lang="en-IN"/>
        </a:p>
      </dgm:t>
    </dgm:pt>
    <dgm:pt modelId="{19B333D9-2027-41D1-B286-A3CA4ED13E44}" type="sibTrans" cxnId="{DC212D3B-F5D8-4ACB-B3E1-515900266FF7}">
      <dgm:prSet/>
      <dgm:spPr/>
      <dgm:t>
        <a:bodyPr/>
        <a:lstStyle/>
        <a:p>
          <a:endParaRPr lang="en-IN"/>
        </a:p>
      </dgm:t>
    </dgm:pt>
    <dgm:pt modelId="{EEB3A793-9022-46EF-A9FB-9B44AF4AEEF5}">
      <dgm:prSet phldrT="[Text]" custT="1"/>
      <dgm:spPr/>
      <dgm:t>
        <a:bodyPr/>
        <a:lstStyle/>
        <a:p>
          <a:pPr>
            <a:buNone/>
          </a:pPr>
          <a:r>
            <a:rPr lang="en-IN" sz="1600" dirty="0"/>
            <a:t>Recurring-payment prompts can help users notice charges they may want to review.</a:t>
          </a:r>
        </a:p>
      </dgm:t>
    </dgm:pt>
    <dgm:pt modelId="{0BB7B3DE-44EA-4EC2-A266-75251CF9A64D}" type="parTrans" cxnId="{6D0C86D3-A843-43A1-8D9A-B0535B4956AC}">
      <dgm:prSet/>
      <dgm:spPr/>
      <dgm:t>
        <a:bodyPr/>
        <a:lstStyle/>
        <a:p>
          <a:endParaRPr lang="en-IN"/>
        </a:p>
      </dgm:t>
    </dgm:pt>
    <dgm:pt modelId="{523E3115-4B41-4CD1-AEF6-481CAF13EC29}" type="sibTrans" cxnId="{6D0C86D3-A843-43A1-8D9A-B0535B4956AC}">
      <dgm:prSet/>
      <dgm:spPr/>
      <dgm:t>
        <a:bodyPr/>
        <a:lstStyle/>
        <a:p>
          <a:endParaRPr lang="en-IN"/>
        </a:p>
      </dgm:t>
    </dgm:pt>
    <dgm:pt modelId="{6E6846A9-E20C-44B2-976A-D895DDD6405E}">
      <dgm:prSet phldrT="[Text]"/>
      <dgm:spPr/>
      <dgm:t>
        <a:bodyPr/>
        <a:lstStyle/>
        <a:p>
          <a:pPr algn="ctr">
            <a:buNone/>
          </a:pPr>
          <a:r>
            <a:rPr lang="en-IN" b="1" dirty="0">
              <a:solidFill>
                <a:schemeClr val="accent2"/>
              </a:solidFill>
            </a:rPr>
            <a:t>Planning</a:t>
          </a:r>
        </a:p>
      </dgm:t>
    </dgm:pt>
    <dgm:pt modelId="{64293C09-D6B2-4104-AE35-960BD7376E1A}" type="parTrans" cxnId="{59ECD1E0-B078-4854-BC70-9476190B35D6}">
      <dgm:prSet/>
      <dgm:spPr/>
      <dgm:t>
        <a:bodyPr/>
        <a:lstStyle/>
        <a:p>
          <a:endParaRPr lang="en-IN"/>
        </a:p>
      </dgm:t>
    </dgm:pt>
    <dgm:pt modelId="{C0430EB1-3AA8-47D6-9F4C-16C872335E87}" type="sibTrans" cxnId="{59ECD1E0-B078-4854-BC70-9476190B35D6}">
      <dgm:prSet/>
      <dgm:spPr/>
      <dgm:t>
        <a:bodyPr/>
        <a:lstStyle/>
        <a:p>
          <a:endParaRPr lang="en-IN"/>
        </a:p>
      </dgm:t>
    </dgm:pt>
    <dgm:pt modelId="{DF185F0F-0D08-4230-84C8-70069505B78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b="0" u="none" dirty="0"/>
            <a:t>Scenario comparisons can make savings goals and spending trade-offs easier to understand.</a:t>
          </a:r>
          <a:endParaRPr lang="en-IN" sz="1600" dirty="0"/>
        </a:p>
      </dgm:t>
    </dgm:pt>
    <dgm:pt modelId="{DDDB4DC9-F811-43D3-AAB8-C349D8CA8514}" type="parTrans" cxnId="{F56D2716-375D-4164-BA50-341D5E6E9C1D}">
      <dgm:prSet/>
      <dgm:spPr/>
      <dgm:t>
        <a:bodyPr/>
        <a:lstStyle/>
        <a:p>
          <a:endParaRPr lang="en-IN"/>
        </a:p>
      </dgm:t>
    </dgm:pt>
    <dgm:pt modelId="{0EDC4BE0-F546-4313-B8B7-FB4C57D985D8}" type="sibTrans" cxnId="{F56D2716-375D-4164-BA50-341D5E6E9C1D}">
      <dgm:prSet/>
      <dgm:spPr/>
      <dgm:t>
        <a:bodyPr/>
        <a:lstStyle/>
        <a:p>
          <a:endParaRPr lang="en-IN"/>
        </a:p>
      </dgm:t>
    </dgm:pt>
    <dgm:pt modelId="{36BE65BA-A193-472D-B5C4-271AD8B2045F}">
      <dgm:prSet phldrT="[Text]"/>
      <dgm:spPr/>
      <dgm:t>
        <a:bodyPr/>
        <a:lstStyle/>
        <a:p>
          <a:pPr algn="ctr">
            <a:buNone/>
          </a:pPr>
          <a:r>
            <a:rPr lang="en-IN" b="1" dirty="0">
              <a:solidFill>
                <a:schemeClr val="accent2"/>
              </a:solidFill>
            </a:rPr>
            <a:t>Awareness</a:t>
          </a:r>
        </a:p>
      </dgm:t>
    </dgm:pt>
    <dgm:pt modelId="{4656F7E2-12F4-45AA-ACD2-26693B405F52}" type="parTrans" cxnId="{E8231684-D4E7-4980-B1A9-7966883BB7ED}">
      <dgm:prSet/>
      <dgm:spPr/>
      <dgm:t>
        <a:bodyPr/>
        <a:lstStyle/>
        <a:p>
          <a:endParaRPr lang="en-IN"/>
        </a:p>
      </dgm:t>
    </dgm:pt>
    <dgm:pt modelId="{57CFC6FE-1BA8-493D-B87B-F2A82F256978}" type="sibTrans" cxnId="{E8231684-D4E7-4980-B1A9-7966883BB7ED}">
      <dgm:prSet/>
      <dgm:spPr/>
      <dgm:t>
        <a:bodyPr/>
        <a:lstStyle/>
        <a:p>
          <a:endParaRPr lang="en-IN"/>
        </a:p>
      </dgm:t>
    </dgm:pt>
    <dgm:pt modelId="{85900641-49F8-4997-A180-006507D104C8}">
      <dgm:prSet custT="1"/>
      <dgm:spPr/>
      <dgm:t>
        <a:bodyPr/>
        <a:lstStyle/>
        <a:p>
          <a:pPr>
            <a:buNone/>
          </a:pPr>
          <a:endParaRPr lang="en-IN" sz="1600" dirty="0"/>
        </a:p>
      </dgm:t>
    </dgm:pt>
    <dgm:pt modelId="{713F688A-551B-475E-BB54-E13AE0CD8D5F}" type="parTrans" cxnId="{83635AED-8BF0-4B51-A0D1-6E923D9E85CE}">
      <dgm:prSet/>
      <dgm:spPr/>
      <dgm:t>
        <a:bodyPr/>
        <a:lstStyle/>
        <a:p>
          <a:endParaRPr lang="en-IN"/>
        </a:p>
      </dgm:t>
    </dgm:pt>
    <dgm:pt modelId="{2C07E1C6-204D-4AE9-B44C-0056EB42E505}" type="sibTrans" cxnId="{83635AED-8BF0-4B51-A0D1-6E923D9E85CE}">
      <dgm:prSet/>
      <dgm:spPr/>
      <dgm:t>
        <a:bodyPr/>
        <a:lstStyle/>
        <a:p>
          <a:endParaRPr lang="en-IN"/>
        </a:p>
      </dgm:t>
    </dgm:pt>
    <dgm:pt modelId="{17066AA2-B581-4DC3-968C-56DA2F3DC2A4}" type="pres">
      <dgm:prSet presAssocID="{531B604B-06EF-4C6C-ABEE-1AD7EB677941}" presName="Name0" presStyleCnt="0">
        <dgm:presLayoutVars>
          <dgm:dir/>
          <dgm:animLvl val="lvl"/>
          <dgm:resizeHandles val="exact"/>
        </dgm:presLayoutVars>
      </dgm:prSet>
      <dgm:spPr/>
    </dgm:pt>
    <dgm:pt modelId="{FEE26B24-3BB3-4CDF-A1D5-BB9E2A2F8E74}" type="pres">
      <dgm:prSet presAssocID="{DA94FD32-CABF-4B20-88CA-AB41D5188928}" presName="composite" presStyleCnt="0"/>
      <dgm:spPr/>
    </dgm:pt>
    <dgm:pt modelId="{16BAEB54-BFBF-4BAB-8CE2-C56A9D56F824}" type="pres">
      <dgm:prSet presAssocID="{DA94FD32-CABF-4B20-88CA-AB41D5188928}" presName="parTx" presStyleLbl="alignNode1" presStyleIdx="0" presStyleCnt="3">
        <dgm:presLayoutVars>
          <dgm:chMax val="0"/>
          <dgm:chPref val="0"/>
        </dgm:presLayoutVars>
      </dgm:prSet>
      <dgm:spPr/>
    </dgm:pt>
    <dgm:pt modelId="{7107CF89-3E3A-424C-AE79-3CFC9D209297}" type="pres">
      <dgm:prSet presAssocID="{DA94FD32-CABF-4B20-88CA-AB41D5188928}" presName="bgOutline" presStyleLbl="fgAcc1" presStyleIdx="0" presStyleCnt="3">
        <dgm:presLayoutVars>
          <dgm:bulletEnabled/>
        </dgm:presLayoutVars>
      </dgm:prSet>
      <dgm:spPr/>
    </dgm:pt>
    <dgm:pt modelId="{86A1119D-8597-4B4D-A8FF-4A21A9C6135C}" type="pres">
      <dgm:prSet presAssocID="{A192690B-6CFF-4D33-B560-1F699836F7CC}" presName="space" presStyleCnt="0"/>
      <dgm:spPr/>
    </dgm:pt>
    <dgm:pt modelId="{CB1CB9FB-63E7-4DEC-9CE7-7C1462423430}" type="pres">
      <dgm:prSet presAssocID="{36BE65BA-A193-472D-B5C4-271AD8B2045F}" presName="composite" presStyleCnt="0"/>
      <dgm:spPr/>
    </dgm:pt>
    <dgm:pt modelId="{F5925955-1999-49C6-BCF2-42EAB47A5472}" type="pres">
      <dgm:prSet presAssocID="{36BE65BA-A193-472D-B5C4-271AD8B2045F}" presName="parTx" presStyleLbl="alignNode1" presStyleIdx="1" presStyleCnt="3">
        <dgm:presLayoutVars>
          <dgm:chMax val="0"/>
          <dgm:chPref val="0"/>
        </dgm:presLayoutVars>
      </dgm:prSet>
      <dgm:spPr/>
    </dgm:pt>
    <dgm:pt modelId="{956A09E8-823B-47D7-87F3-6495FCDF46BC}" type="pres">
      <dgm:prSet presAssocID="{36BE65BA-A193-472D-B5C4-271AD8B2045F}" presName="bgOutline" presStyleLbl="fgAcc1" presStyleIdx="1" presStyleCnt="3">
        <dgm:presLayoutVars>
          <dgm:bulletEnabled/>
        </dgm:presLayoutVars>
      </dgm:prSet>
      <dgm:spPr/>
    </dgm:pt>
    <dgm:pt modelId="{1AB2E8AD-35C6-49E6-8A46-640A8D1160C8}" type="pres">
      <dgm:prSet presAssocID="{57CFC6FE-1BA8-493D-B87B-F2A82F256978}" presName="space" presStyleCnt="0"/>
      <dgm:spPr/>
    </dgm:pt>
    <dgm:pt modelId="{509C170E-7831-4B5B-A659-960062B94DCA}" type="pres">
      <dgm:prSet presAssocID="{6E6846A9-E20C-44B2-976A-D895DDD6405E}" presName="composite" presStyleCnt="0"/>
      <dgm:spPr/>
    </dgm:pt>
    <dgm:pt modelId="{90062ADD-CEE7-4B33-A052-FD400E9135FB}" type="pres">
      <dgm:prSet presAssocID="{6E6846A9-E20C-44B2-976A-D895DDD6405E}" presName="parTx" presStyleLbl="alignNode1" presStyleIdx="2" presStyleCnt="3">
        <dgm:presLayoutVars>
          <dgm:chMax val="0"/>
          <dgm:chPref val="0"/>
        </dgm:presLayoutVars>
      </dgm:prSet>
      <dgm:spPr/>
    </dgm:pt>
    <dgm:pt modelId="{8048A460-41AE-42F5-B268-1AA82350B268}" type="pres">
      <dgm:prSet presAssocID="{6E6846A9-E20C-44B2-976A-D895DDD6405E}" presName="bgOutline" presStyleLbl="fgAcc1" presStyleIdx="2" presStyleCnt="3">
        <dgm:presLayoutVars>
          <dgm:bulletEnabled/>
        </dgm:presLayoutVars>
      </dgm:prSet>
      <dgm:spPr/>
    </dgm:pt>
  </dgm:ptLst>
  <dgm:cxnLst>
    <dgm:cxn modelId="{F56D2716-375D-4164-BA50-341D5E6E9C1D}" srcId="{6E6846A9-E20C-44B2-976A-D895DDD6405E}" destId="{DF185F0F-0D08-4230-84C8-70069505B78C}" srcOrd="0" destOrd="0" parTransId="{DDDB4DC9-F811-43D3-AAB8-C349D8CA8514}" sibTransId="{0EDC4BE0-F546-4313-B8B7-FB4C57D985D8}"/>
    <dgm:cxn modelId="{DC212D3B-F5D8-4ACB-B3E1-515900266FF7}" srcId="{DA94FD32-CABF-4B20-88CA-AB41D5188928}" destId="{6223F350-C3B0-42F0-9966-FF51E4B7D643}" srcOrd="0" destOrd="0" parTransId="{DED615D8-AF61-4218-9D40-B7EFCFBF6838}" sibTransId="{19B333D9-2027-41D1-B286-A3CA4ED13E44}"/>
    <dgm:cxn modelId="{4EE0E23D-4DDA-4626-8186-B8EFE63A8784}" type="presOf" srcId="{531B604B-06EF-4C6C-ABEE-1AD7EB677941}" destId="{17066AA2-B581-4DC3-968C-56DA2F3DC2A4}" srcOrd="0" destOrd="0" presId="urn:microsoft.com/office/officeart/2024/layout/HorizontalActionList"/>
    <dgm:cxn modelId="{92A48149-AB06-4448-A24D-48042D914641}" type="presOf" srcId="{EEB3A793-9022-46EF-A9FB-9B44AF4AEEF5}" destId="{956A09E8-823B-47D7-87F3-6495FCDF46BC}" srcOrd="0" destOrd="0" presId="urn:microsoft.com/office/officeart/2024/layout/HorizontalActionList"/>
    <dgm:cxn modelId="{A29D3A6B-0ADB-4E0C-8571-45D675D0DABA}" type="presOf" srcId="{6E6846A9-E20C-44B2-976A-D895DDD6405E}" destId="{90062ADD-CEE7-4B33-A052-FD400E9135FB}" srcOrd="0" destOrd="0" presId="urn:microsoft.com/office/officeart/2024/layout/HorizontalActionList"/>
    <dgm:cxn modelId="{E8231684-D4E7-4980-B1A9-7966883BB7ED}" srcId="{531B604B-06EF-4C6C-ABEE-1AD7EB677941}" destId="{36BE65BA-A193-472D-B5C4-271AD8B2045F}" srcOrd="1" destOrd="0" parTransId="{4656F7E2-12F4-45AA-ACD2-26693B405F52}" sibTransId="{57CFC6FE-1BA8-493D-B87B-F2A82F256978}"/>
    <dgm:cxn modelId="{B84345AD-BFD6-4E82-A05C-9DC7585583B9}" type="presOf" srcId="{DF185F0F-0D08-4230-84C8-70069505B78C}" destId="{8048A460-41AE-42F5-B268-1AA82350B268}" srcOrd="0" destOrd="0" presId="urn:microsoft.com/office/officeart/2024/layout/HorizontalActionList"/>
    <dgm:cxn modelId="{01A476BA-4558-4D2F-862C-53D5762B1E09}" type="presOf" srcId="{36BE65BA-A193-472D-B5C4-271AD8B2045F}" destId="{F5925955-1999-49C6-BCF2-42EAB47A5472}" srcOrd="0" destOrd="0" presId="urn:microsoft.com/office/officeart/2024/layout/HorizontalActionList"/>
    <dgm:cxn modelId="{7E055BCB-7421-4AD9-A61C-0E513BCD6EDA}" type="presOf" srcId="{85900641-49F8-4997-A180-006507D104C8}" destId="{8048A460-41AE-42F5-B268-1AA82350B268}" srcOrd="0" destOrd="1" presId="urn:microsoft.com/office/officeart/2024/layout/HorizontalActionList"/>
    <dgm:cxn modelId="{6D0C86D3-A843-43A1-8D9A-B0535B4956AC}" srcId="{36BE65BA-A193-472D-B5C4-271AD8B2045F}" destId="{EEB3A793-9022-46EF-A9FB-9B44AF4AEEF5}" srcOrd="0" destOrd="0" parTransId="{0BB7B3DE-44EA-4EC2-A266-75251CF9A64D}" sibTransId="{523E3115-4B41-4CD1-AEF6-481CAF13EC29}"/>
    <dgm:cxn modelId="{59ECD1E0-B078-4854-BC70-9476190B35D6}" srcId="{531B604B-06EF-4C6C-ABEE-1AD7EB677941}" destId="{6E6846A9-E20C-44B2-976A-D895DDD6405E}" srcOrd="2" destOrd="0" parTransId="{64293C09-D6B2-4104-AE35-960BD7376E1A}" sibTransId="{C0430EB1-3AA8-47D6-9F4C-16C872335E87}"/>
    <dgm:cxn modelId="{BAE613E4-0FA4-42F8-B108-FB8D89D18A39}" type="presOf" srcId="{6223F350-C3B0-42F0-9966-FF51E4B7D643}" destId="{7107CF89-3E3A-424C-AE79-3CFC9D209297}" srcOrd="0" destOrd="0" presId="urn:microsoft.com/office/officeart/2024/layout/HorizontalActionList"/>
    <dgm:cxn modelId="{83635AED-8BF0-4B51-A0D1-6E923D9E85CE}" srcId="{6E6846A9-E20C-44B2-976A-D895DDD6405E}" destId="{85900641-49F8-4997-A180-006507D104C8}" srcOrd="1" destOrd="0" parTransId="{713F688A-551B-475E-BB54-E13AE0CD8D5F}" sibTransId="{2C07E1C6-204D-4AE9-B44C-0056EB42E505}"/>
    <dgm:cxn modelId="{6E03F2F6-B22C-46ED-B428-D0D7A9D8130F}" type="presOf" srcId="{DA94FD32-CABF-4B20-88CA-AB41D5188928}" destId="{16BAEB54-BFBF-4BAB-8CE2-C56A9D56F824}" srcOrd="0" destOrd="0" presId="urn:microsoft.com/office/officeart/2024/layout/HorizontalActionList"/>
    <dgm:cxn modelId="{FA7B6EFC-480E-45FD-86C1-C0758DA3CF13}" srcId="{531B604B-06EF-4C6C-ABEE-1AD7EB677941}" destId="{DA94FD32-CABF-4B20-88CA-AB41D5188928}" srcOrd="0" destOrd="0" parTransId="{68F70A93-E95A-40A0-ADD3-1701CF7F5211}" sibTransId="{A192690B-6CFF-4D33-B560-1F699836F7CC}"/>
    <dgm:cxn modelId="{CB26ECB0-1213-4817-BE02-8002DD3EE0B1}" type="presParOf" srcId="{17066AA2-B581-4DC3-968C-56DA2F3DC2A4}" destId="{FEE26B24-3BB3-4CDF-A1D5-BB9E2A2F8E74}" srcOrd="0" destOrd="0" presId="urn:microsoft.com/office/officeart/2024/layout/HorizontalActionList"/>
    <dgm:cxn modelId="{185FE580-D076-4B07-BF70-031828E6B3C4}" type="presParOf" srcId="{FEE26B24-3BB3-4CDF-A1D5-BB9E2A2F8E74}" destId="{16BAEB54-BFBF-4BAB-8CE2-C56A9D56F824}" srcOrd="0" destOrd="0" presId="urn:microsoft.com/office/officeart/2024/layout/HorizontalActionList"/>
    <dgm:cxn modelId="{B17F4AE0-E16D-48F9-ACB2-D4DC7477A841}" type="presParOf" srcId="{FEE26B24-3BB3-4CDF-A1D5-BB9E2A2F8E74}" destId="{7107CF89-3E3A-424C-AE79-3CFC9D209297}" srcOrd="1" destOrd="0" presId="urn:microsoft.com/office/officeart/2024/layout/HorizontalActionList"/>
    <dgm:cxn modelId="{8F8758A8-BFF0-4C21-BF10-27A4F9F7525B}" type="presParOf" srcId="{17066AA2-B581-4DC3-968C-56DA2F3DC2A4}" destId="{86A1119D-8597-4B4D-A8FF-4A21A9C6135C}" srcOrd="1" destOrd="0" presId="urn:microsoft.com/office/officeart/2024/layout/HorizontalActionList"/>
    <dgm:cxn modelId="{228900B5-BEC2-4801-AD79-DD50E17122C5}" type="presParOf" srcId="{17066AA2-B581-4DC3-968C-56DA2F3DC2A4}" destId="{CB1CB9FB-63E7-4DEC-9CE7-7C1462423430}" srcOrd="2" destOrd="0" presId="urn:microsoft.com/office/officeart/2024/layout/HorizontalActionList"/>
    <dgm:cxn modelId="{5CC615B0-0084-4382-BE8C-D101F90C268F}" type="presParOf" srcId="{CB1CB9FB-63E7-4DEC-9CE7-7C1462423430}" destId="{F5925955-1999-49C6-BCF2-42EAB47A5472}" srcOrd="0" destOrd="0" presId="urn:microsoft.com/office/officeart/2024/layout/HorizontalActionList"/>
    <dgm:cxn modelId="{F2032D35-87EB-448B-A340-BBA60A32C80D}" type="presParOf" srcId="{CB1CB9FB-63E7-4DEC-9CE7-7C1462423430}" destId="{956A09E8-823B-47D7-87F3-6495FCDF46BC}" srcOrd="1" destOrd="0" presId="urn:microsoft.com/office/officeart/2024/layout/HorizontalActionList"/>
    <dgm:cxn modelId="{9A818B6F-71A8-48C5-81AD-BCE1300321FF}" type="presParOf" srcId="{17066AA2-B581-4DC3-968C-56DA2F3DC2A4}" destId="{1AB2E8AD-35C6-49E6-8A46-640A8D1160C8}" srcOrd="3" destOrd="0" presId="urn:microsoft.com/office/officeart/2024/layout/HorizontalActionList"/>
    <dgm:cxn modelId="{9984B87C-EFE6-4EE9-AB83-A7A795F406F5}" type="presParOf" srcId="{17066AA2-B581-4DC3-968C-56DA2F3DC2A4}" destId="{509C170E-7831-4B5B-A659-960062B94DCA}" srcOrd="4" destOrd="0" presId="urn:microsoft.com/office/officeart/2024/layout/HorizontalActionList"/>
    <dgm:cxn modelId="{96298B00-EDD6-4810-92C2-CA588B0EBDD6}" type="presParOf" srcId="{509C170E-7831-4B5B-A659-960062B94DCA}" destId="{90062ADD-CEE7-4B33-A052-FD400E9135FB}" srcOrd="0" destOrd="0" presId="urn:microsoft.com/office/officeart/2024/layout/HorizontalActionList"/>
    <dgm:cxn modelId="{C33E703F-EE44-45AF-9F1C-3AD291515E68}" type="presParOf" srcId="{509C170E-7831-4B5B-A659-960062B94DCA}" destId="{8048A460-41AE-42F5-B268-1AA82350B268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E04F5-5224-437E-B8D2-8F7BE76DC782}">
      <dsp:nvSpPr>
        <dsp:cNvPr id="0" name=""/>
        <dsp:cNvSpPr/>
      </dsp:nvSpPr>
      <dsp:spPr>
        <a:xfrm>
          <a:off x="3792" y="1161440"/>
          <a:ext cx="1175806" cy="705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Transactions</a:t>
          </a:r>
        </a:p>
      </dsp:txBody>
      <dsp:txXfrm>
        <a:off x="24455" y="1182103"/>
        <a:ext cx="1134480" cy="664158"/>
      </dsp:txXfrm>
    </dsp:sp>
    <dsp:sp modelId="{70C43979-1D0F-4667-82BD-38F369B82677}">
      <dsp:nvSpPr>
        <dsp:cNvPr id="0" name=""/>
        <dsp:cNvSpPr/>
      </dsp:nvSpPr>
      <dsp:spPr>
        <a:xfrm>
          <a:off x="1297180" y="1368382"/>
          <a:ext cx="249271" cy="2916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1297180" y="1426702"/>
        <a:ext cx="174490" cy="174960"/>
      </dsp:txXfrm>
    </dsp:sp>
    <dsp:sp modelId="{35D68224-E5B8-45EA-9BAD-9DE142B12ED7}">
      <dsp:nvSpPr>
        <dsp:cNvPr id="0" name=""/>
        <dsp:cNvSpPr/>
      </dsp:nvSpPr>
      <dsp:spPr>
        <a:xfrm>
          <a:off x="1649922" y="1161440"/>
          <a:ext cx="1175806" cy="705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Find patterns</a:t>
          </a:r>
        </a:p>
      </dsp:txBody>
      <dsp:txXfrm>
        <a:off x="1670585" y="1182103"/>
        <a:ext cx="1134480" cy="664158"/>
      </dsp:txXfrm>
    </dsp:sp>
    <dsp:sp modelId="{8B23882E-9C55-4B5A-BBEB-FFFC9CD39679}">
      <dsp:nvSpPr>
        <dsp:cNvPr id="0" name=""/>
        <dsp:cNvSpPr/>
      </dsp:nvSpPr>
      <dsp:spPr>
        <a:xfrm>
          <a:off x="2943310" y="1368382"/>
          <a:ext cx="249271" cy="2916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943310" y="1426702"/>
        <a:ext cx="174490" cy="174960"/>
      </dsp:txXfrm>
    </dsp:sp>
    <dsp:sp modelId="{4B479841-1AF7-465D-9C13-A87D8CD313B5}">
      <dsp:nvSpPr>
        <dsp:cNvPr id="0" name=""/>
        <dsp:cNvSpPr/>
      </dsp:nvSpPr>
      <dsp:spPr>
        <a:xfrm>
          <a:off x="3296052" y="1161440"/>
          <a:ext cx="1175806" cy="705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Suggest actions</a:t>
          </a:r>
        </a:p>
      </dsp:txBody>
      <dsp:txXfrm>
        <a:off x="3316715" y="1182103"/>
        <a:ext cx="1134480" cy="664158"/>
      </dsp:txXfrm>
    </dsp:sp>
    <dsp:sp modelId="{CE6DCE44-513A-4A6F-A84D-537362CA09A4}">
      <dsp:nvSpPr>
        <dsp:cNvPr id="0" name=""/>
        <dsp:cNvSpPr/>
      </dsp:nvSpPr>
      <dsp:spPr>
        <a:xfrm>
          <a:off x="4589439" y="1368382"/>
          <a:ext cx="249271" cy="2916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4589439" y="1426702"/>
        <a:ext cx="174490" cy="174960"/>
      </dsp:txXfrm>
    </dsp:sp>
    <dsp:sp modelId="{3FF50688-3155-49D8-A1F8-AA898F87F282}">
      <dsp:nvSpPr>
        <dsp:cNvPr id="0" name=""/>
        <dsp:cNvSpPr/>
      </dsp:nvSpPr>
      <dsp:spPr>
        <a:xfrm>
          <a:off x="4942181" y="1161440"/>
          <a:ext cx="1175806" cy="705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Preview impact</a:t>
          </a:r>
          <a:endParaRPr lang="en-IN" sz="1400" kern="1200" dirty="0"/>
        </a:p>
      </dsp:txBody>
      <dsp:txXfrm>
        <a:off x="4962844" y="1182103"/>
        <a:ext cx="1134480" cy="664158"/>
      </dsp:txXfrm>
    </dsp:sp>
    <dsp:sp modelId="{BF7A5251-FAB5-4B32-A075-3D366A3EE548}">
      <dsp:nvSpPr>
        <dsp:cNvPr id="0" name=""/>
        <dsp:cNvSpPr/>
      </dsp:nvSpPr>
      <dsp:spPr>
        <a:xfrm rot="18236">
          <a:off x="6230652" y="1372732"/>
          <a:ext cx="238854" cy="2916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6230653" y="1430862"/>
        <a:ext cx="167198" cy="174960"/>
      </dsp:txXfrm>
    </dsp:sp>
    <dsp:sp modelId="{4AA16C24-F9C8-4EEF-8745-3013E2405182}">
      <dsp:nvSpPr>
        <dsp:cNvPr id="0" name=""/>
        <dsp:cNvSpPr/>
      </dsp:nvSpPr>
      <dsp:spPr>
        <a:xfrm>
          <a:off x="6568651" y="1170068"/>
          <a:ext cx="1175806" cy="705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User decides</a:t>
          </a:r>
          <a:endParaRPr lang="en-IN" sz="1400" kern="1200" dirty="0"/>
        </a:p>
      </dsp:txBody>
      <dsp:txXfrm>
        <a:off x="6589314" y="1190731"/>
        <a:ext cx="1134480" cy="664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927A4-4158-43B8-975C-CB21645DB6A5}">
      <dsp:nvSpPr>
        <dsp:cNvPr id="0" name=""/>
        <dsp:cNvSpPr/>
      </dsp:nvSpPr>
      <dsp:spPr>
        <a:xfrm>
          <a:off x="0" y="0"/>
          <a:ext cx="4777166" cy="33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INPUTS: </a:t>
          </a:r>
          <a:r>
            <a:rPr lang="en-IN" sz="900" b="0" u="none" kern="1200" dirty="0"/>
            <a:t>Manual entries • CSV imports • user-approved reminders</a:t>
          </a:r>
          <a:endParaRPr lang="en-IN" sz="900" b="0" kern="1200" dirty="0"/>
        </a:p>
      </dsp:txBody>
      <dsp:txXfrm>
        <a:off x="9820" y="9820"/>
        <a:ext cx="4387041" cy="315640"/>
      </dsp:txXfrm>
    </dsp:sp>
    <dsp:sp modelId="{2766AFEE-37A6-47A5-A72F-F2AA43222368}">
      <dsp:nvSpPr>
        <dsp:cNvPr id="0" name=""/>
        <dsp:cNvSpPr/>
      </dsp:nvSpPr>
      <dsp:spPr>
        <a:xfrm>
          <a:off x="400087" y="396240"/>
          <a:ext cx="4777166" cy="33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PROCESSING: Categorisation rules • recurring-payment detection • scenario calculator</a:t>
          </a:r>
        </a:p>
      </dsp:txBody>
      <dsp:txXfrm>
        <a:off x="409907" y="406060"/>
        <a:ext cx="4139506" cy="315640"/>
      </dsp:txXfrm>
    </dsp:sp>
    <dsp:sp modelId="{DCDE9D74-227B-418D-A0F3-24307F5EC49B}">
      <dsp:nvSpPr>
        <dsp:cNvPr id="0" name=""/>
        <dsp:cNvSpPr/>
      </dsp:nvSpPr>
      <dsp:spPr>
        <a:xfrm>
          <a:off x="794203" y="792480"/>
          <a:ext cx="4777166" cy="33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INSIGHTS: Dashboard • claim checklist • future-budget scenarios</a:t>
          </a:r>
        </a:p>
      </dsp:txBody>
      <dsp:txXfrm>
        <a:off x="804023" y="802300"/>
        <a:ext cx="4145478" cy="315639"/>
      </dsp:txXfrm>
    </dsp:sp>
    <dsp:sp modelId="{3ED1D479-2DAB-4243-97CD-1935A49975F6}">
      <dsp:nvSpPr>
        <dsp:cNvPr id="0" name=""/>
        <dsp:cNvSpPr/>
      </dsp:nvSpPr>
      <dsp:spPr>
        <a:xfrm>
          <a:off x="1187937" y="1188720"/>
          <a:ext cx="4777166" cy="33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CONTROL: </a:t>
          </a:r>
          <a:r>
            <a:rPr lang="en-IN" sz="900" b="0" u="none" kern="1200"/>
            <a:t>Consent • data minimisation • export/delete controls</a:t>
          </a:r>
          <a:endParaRPr lang="en-IN" sz="900" kern="1200" dirty="0"/>
        </a:p>
      </dsp:txBody>
      <dsp:txXfrm>
        <a:off x="1197757" y="1198540"/>
        <a:ext cx="4139506" cy="315639"/>
      </dsp:txXfrm>
    </dsp:sp>
    <dsp:sp modelId="{00D52B6D-DC75-4F14-BBED-5E5118FAD91D}">
      <dsp:nvSpPr>
        <dsp:cNvPr id="0" name=""/>
        <dsp:cNvSpPr/>
      </dsp:nvSpPr>
      <dsp:spPr>
        <a:xfrm>
          <a:off x="4559234" y="256794"/>
          <a:ext cx="217932" cy="217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>
            <a:solidFill>
              <a:schemeClr val="tx1"/>
            </a:solidFill>
          </a:endParaRPr>
        </a:p>
      </dsp:txBody>
      <dsp:txXfrm>
        <a:off x="4608269" y="256794"/>
        <a:ext cx="119862" cy="163994"/>
      </dsp:txXfrm>
    </dsp:sp>
    <dsp:sp modelId="{217B2A8D-F0A8-4133-BAE2-1EA2227D5D78}">
      <dsp:nvSpPr>
        <dsp:cNvPr id="0" name=""/>
        <dsp:cNvSpPr/>
      </dsp:nvSpPr>
      <dsp:spPr>
        <a:xfrm>
          <a:off x="4959322" y="653034"/>
          <a:ext cx="217932" cy="217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008357" y="653034"/>
        <a:ext cx="119862" cy="163994"/>
      </dsp:txXfrm>
    </dsp:sp>
    <dsp:sp modelId="{44955F50-8FDA-41E6-A627-E7B246CF332D}">
      <dsp:nvSpPr>
        <dsp:cNvPr id="0" name=""/>
        <dsp:cNvSpPr/>
      </dsp:nvSpPr>
      <dsp:spPr>
        <a:xfrm>
          <a:off x="5353438" y="1049274"/>
          <a:ext cx="217932" cy="21793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402473" y="1049274"/>
        <a:ext cx="119862" cy="1639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F9C39-9009-4DE4-927C-44EE52F74478}">
      <dsp:nvSpPr>
        <dsp:cNvPr id="0" name=""/>
        <dsp:cNvSpPr/>
      </dsp:nvSpPr>
      <dsp:spPr>
        <a:xfrm>
          <a:off x="257417" y="311624"/>
          <a:ext cx="624616" cy="1498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8DB7C-9793-4FB7-9C6F-B0A79C71DDBA}">
      <dsp:nvSpPr>
        <dsp:cNvPr id="0" name=""/>
        <dsp:cNvSpPr/>
      </dsp:nvSpPr>
      <dsp:spPr>
        <a:xfrm>
          <a:off x="257417" y="415239"/>
          <a:ext cx="2839166" cy="278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 dirty="0">
              <a:solidFill>
                <a:schemeClr val="accent2"/>
              </a:solidFill>
            </a:rPr>
            <a:t>Feasible MVP</a:t>
          </a:r>
        </a:p>
      </dsp:txBody>
      <dsp:txXfrm>
        <a:off x="257417" y="415239"/>
        <a:ext cx="2839166" cy="278386"/>
      </dsp:txXfrm>
    </dsp:sp>
    <dsp:sp modelId="{8C076647-6F7B-4B6B-B8F7-96B9961E8C63}">
      <dsp:nvSpPr>
        <dsp:cNvPr id="0" name=""/>
        <dsp:cNvSpPr/>
      </dsp:nvSpPr>
      <dsp:spPr>
        <a:xfrm>
          <a:off x="257417" y="693625"/>
          <a:ext cx="2839166" cy="866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Use synthetic user data and user-entered transactions. No bank integration is needed for the first demo.</a:t>
          </a:r>
        </a:p>
      </dsp:txBody>
      <dsp:txXfrm>
        <a:off x="257417" y="693625"/>
        <a:ext cx="2839166" cy="866368"/>
      </dsp:txXfrm>
    </dsp:sp>
    <dsp:sp modelId="{D8D02EF2-5E7A-4FA7-9EDD-767B055149D4}">
      <dsp:nvSpPr>
        <dsp:cNvPr id="0" name=""/>
        <dsp:cNvSpPr/>
      </dsp:nvSpPr>
      <dsp:spPr>
        <a:xfrm>
          <a:off x="3312360" y="311624"/>
          <a:ext cx="624616" cy="1498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D48D8-B271-48A2-851C-FFD22F44C51C}">
      <dsp:nvSpPr>
        <dsp:cNvPr id="0" name=""/>
        <dsp:cNvSpPr/>
      </dsp:nvSpPr>
      <dsp:spPr>
        <a:xfrm>
          <a:off x="3312360" y="415239"/>
          <a:ext cx="2839166" cy="278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 dirty="0">
              <a:solidFill>
                <a:schemeClr val="accent2"/>
              </a:solidFill>
            </a:rPr>
            <a:t>Key Challenges</a:t>
          </a:r>
        </a:p>
      </dsp:txBody>
      <dsp:txXfrm>
        <a:off x="3312360" y="415239"/>
        <a:ext cx="2839166" cy="278386"/>
      </dsp:txXfrm>
    </dsp:sp>
    <dsp:sp modelId="{EFEB96BF-69DE-4AFC-ACF9-D26A0886B09A}">
      <dsp:nvSpPr>
        <dsp:cNvPr id="0" name=""/>
        <dsp:cNvSpPr/>
      </dsp:nvSpPr>
      <dsp:spPr>
        <a:xfrm>
          <a:off x="3312360" y="693625"/>
          <a:ext cx="2839166" cy="866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schemeClr val="tx1"/>
              </a:solidFill>
            </a:rPr>
            <a:t>Misclassified transactions, false alerts, incomplete subscription data and user trust.</a:t>
          </a:r>
        </a:p>
      </dsp:txBody>
      <dsp:txXfrm>
        <a:off x="3312360" y="693625"/>
        <a:ext cx="2839166" cy="866368"/>
      </dsp:txXfrm>
    </dsp:sp>
    <dsp:sp modelId="{8BA0D9AA-CCBF-446A-ADBC-EA93966209D9}">
      <dsp:nvSpPr>
        <dsp:cNvPr id="0" name=""/>
        <dsp:cNvSpPr/>
      </dsp:nvSpPr>
      <dsp:spPr>
        <a:xfrm>
          <a:off x="6367303" y="311624"/>
          <a:ext cx="624616" cy="1498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7B977-6C0E-44B2-A799-6B088FFAE424}">
      <dsp:nvSpPr>
        <dsp:cNvPr id="0" name=""/>
        <dsp:cNvSpPr/>
      </dsp:nvSpPr>
      <dsp:spPr>
        <a:xfrm>
          <a:off x="6367303" y="415239"/>
          <a:ext cx="2839166" cy="278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 dirty="0">
              <a:solidFill>
                <a:schemeClr val="accent2"/>
              </a:solidFill>
            </a:rPr>
            <a:t>Mitigation</a:t>
          </a:r>
        </a:p>
      </dsp:txBody>
      <dsp:txXfrm>
        <a:off x="6367303" y="415239"/>
        <a:ext cx="2839166" cy="278386"/>
      </dsp:txXfrm>
    </dsp:sp>
    <dsp:sp modelId="{DF45EB8E-1A4C-47AD-9254-A46F5F30D57D}">
      <dsp:nvSpPr>
        <dsp:cNvPr id="0" name=""/>
        <dsp:cNvSpPr/>
      </dsp:nvSpPr>
      <dsp:spPr>
        <a:xfrm>
          <a:off x="6367303" y="693625"/>
          <a:ext cx="2839166" cy="866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Show why an alert appeared , let users correct it, and label estimates as estimates.</a:t>
          </a:r>
        </a:p>
      </dsp:txBody>
      <dsp:txXfrm>
        <a:off x="6367303" y="693625"/>
        <a:ext cx="2839166" cy="8663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C989A-234F-4A22-9B52-50E62E8B1BC8}">
      <dsp:nvSpPr>
        <dsp:cNvPr id="0" name=""/>
        <dsp:cNvSpPr/>
      </dsp:nvSpPr>
      <dsp:spPr>
        <a:xfrm>
          <a:off x="2347" y="8266"/>
          <a:ext cx="2289264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accent2"/>
              </a:solidFill>
            </a:rPr>
            <a:t>Mission &amp; Vision</a:t>
          </a:r>
        </a:p>
      </dsp:txBody>
      <dsp:txXfrm>
        <a:off x="2347" y="8266"/>
        <a:ext cx="2289264" cy="633600"/>
      </dsp:txXfrm>
    </dsp:sp>
    <dsp:sp modelId="{F0564B4F-35AD-4A29-A7AF-384220CC2C74}">
      <dsp:nvSpPr>
        <dsp:cNvPr id="0" name=""/>
        <dsp:cNvSpPr/>
      </dsp:nvSpPr>
      <dsp:spPr>
        <a:xfrm>
          <a:off x="2347" y="641866"/>
          <a:ext cx="2289264" cy="11172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Help people understand their money clearly and make more informed </a:t>
          </a:r>
          <a:r>
            <a:rPr lang="en-IN" sz="1400" kern="1200"/>
            <a:t>everyday choises</a:t>
          </a:r>
          <a:endParaRPr lang="en-IN" sz="1400" kern="1200" dirty="0"/>
        </a:p>
      </dsp:txBody>
      <dsp:txXfrm>
        <a:off x="2347" y="641866"/>
        <a:ext cx="2289264" cy="1117214"/>
      </dsp:txXfrm>
    </dsp:sp>
    <dsp:sp modelId="{885C5ABF-3DE8-4B17-A23A-DE000FE0B067}">
      <dsp:nvSpPr>
        <dsp:cNvPr id="0" name=""/>
        <dsp:cNvSpPr/>
      </dsp:nvSpPr>
      <dsp:spPr>
        <a:xfrm>
          <a:off x="2612109" y="8266"/>
          <a:ext cx="2289264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accent2"/>
              </a:solidFill>
            </a:rPr>
            <a:t>Target users</a:t>
          </a:r>
        </a:p>
      </dsp:txBody>
      <dsp:txXfrm>
        <a:off x="2612109" y="8266"/>
        <a:ext cx="2289264" cy="633600"/>
      </dsp:txXfrm>
    </dsp:sp>
    <dsp:sp modelId="{9E2850DE-29D3-4FC1-8B82-080EED769B89}">
      <dsp:nvSpPr>
        <dsp:cNvPr id="0" name=""/>
        <dsp:cNvSpPr/>
      </dsp:nvSpPr>
      <dsp:spPr>
        <a:xfrm>
          <a:off x="2612109" y="641866"/>
          <a:ext cx="2289264" cy="11172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Students, first-job earners, families and people managing multiple recurring payments</a:t>
          </a:r>
          <a:r>
            <a:rPr lang="en-IN" sz="1400" kern="1200"/>
            <a:t>. </a:t>
          </a:r>
          <a:endParaRPr lang="en-IN" sz="1400" kern="1200" dirty="0"/>
        </a:p>
      </dsp:txBody>
      <dsp:txXfrm>
        <a:off x="2612109" y="641866"/>
        <a:ext cx="2289264" cy="1117214"/>
      </dsp:txXfrm>
    </dsp:sp>
    <dsp:sp modelId="{25F118C3-ABD7-4850-BBA2-ADBBDA7D22F0}">
      <dsp:nvSpPr>
        <dsp:cNvPr id="0" name=""/>
        <dsp:cNvSpPr/>
      </dsp:nvSpPr>
      <dsp:spPr>
        <a:xfrm>
          <a:off x="5221871" y="8266"/>
          <a:ext cx="2289264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accent2"/>
              </a:solidFill>
            </a:rPr>
            <a:t>Value proposition</a:t>
          </a:r>
        </a:p>
      </dsp:txBody>
      <dsp:txXfrm>
        <a:off x="5221871" y="8266"/>
        <a:ext cx="2289264" cy="633600"/>
      </dsp:txXfrm>
    </dsp:sp>
    <dsp:sp modelId="{01F12C07-9ADA-4A8B-B44A-8623DE61F300}">
      <dsp:nvSpPr>
        <dsp:cNvPr id="0" name=""/>
        <dsp:cNvSpPr/>
      </dsp:nvSpPr>
      <dsp:spPr>
        <a:xfrm>
          <a:off x="5221871" y="641866"/>
          <a:ext cx="2289264" cy="11172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One place to see spending patterns, possible recoveries, and the trade-offs of future choices.</a:t>
          </a:r>
        </a:p>
      </dsp:txBody>
      <dsp:txXfrm>
        <a:off x="5221871" y="641866"/>
        <a:ext cx="2289264" cy="11172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7CF89-3E3A-424C-AE79-3CFC9D209297}">
      <dsp:nvSpPr>
        <dsp:cNvPr id="0" name=""/>
        <dsp:cNvSpPr/>
      </dsp:nvSpPr>
      <dsp:spPr>
        <a:xfrm rot="10800000">
          <a:off x="9624" y="1094038"/>
          <a:ext cx="2554514" cy="100351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41" tIns="108141" rIns="108141" bIns="10814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0" u="none" kern="1200" dirty="0"/>
            <a:t>Users can review income, spending, and investments in a single organised view.</a:t>
          </a:r>
          <a:endParaRPr lang="en-IN" sz="1600" kern="1200" dirty="0"/>
        </a:p>
      </dsp:txBody>
      <dsp:txXfrm rot="10800000">
        <a:off x="53712" y="1094038"/>
        <a:ext cx="2466338" cy="959431"/>
      </dsp:txXfrm>
    </dsp:sp>
    <dsp:sp modelId="{16BAEB54-BFBF-4BAB-8CE2-C56A9D56F824}">
      <dsp:nvSpPr>
        <dsp:cNvPr id="0" name=""/>
        <dsp:cNvSpPr/>
      </dsp:nvSpPr>
      <dsp:spPr>
        <a:xfrm>
          <a:off x="9624" y="350674"/>
          <a:ext cx="2554514" cy="766354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863" tIns="201863" rIns="201863" bIns="20186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accent2"/>
              </a:solidFill>
            </a:rPr>
            <a:t>Clarity</a:t>
          </a:r>
        </a:p>
      </dsp:txBody>
      <dsp:txXfrm>
        <a:off x="110630" y="451680"/>
        <a:ext cx="2352502" cy="665348"/>
      </dsp:txXfrm>
    </dsp:sp>
    <dsp:sp modelId="{956A09E8-823B-47D7-87F3-6495FCDF46BC}">
      <dsp:nvSpPr>
        <dsp:cNvPr id="0" name=""/>
        <dsp:cNvSpPr/>
      </dsp:nvSpPr>
      <dsp:spPr>
        <a:xfrm rot="10800000">
          <a:off x="2672033" y="1094038"/>
          <a:ext cx="2554514" cy="100351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41" tIns="108141" rIns="108141" bIns="10814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Recurring-payment prompts can help users notice charges they may want to review.</a:t>
          </a:r>
        </a:p>
      </dsp:txBody>
      <dsp:txXfrm rot="10800000">
        <a:off x="2716121" y="1094038"/>
        <a:ext cx="2466338" cy="959431"/>
      </dsp:txXfrm>
    </dsp:sp>
    <dsp:sp modelId="{F5925955-1999-49C6-BCF2-42EAB47A5472}">
      <dsp:nvSpPr>
        <dsp:cNvPr id="0" name=""/>
        <dsp:cNvSpPr/>
      </dsp:nvSpPr>
      <dsp:spPr>
        <a:xfrm>
          <a:off x="2672033" y="350674"/>
          <a:ext cx="2554514" cy="766354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863" tIns="201863" rIns="201863" bIns="2018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2"/>
              </a:solidFill>
            </a:rPr>
            <a:t>Awareness</a:t>
          </a:r>
        </a:p>
      </dsp:txBody>
      <dsp:txXfrm>
        <a:off x="2773039" y="451680"/>
        <a:ext cx="2352502" cy="665348"/>
      </dsp:txXfrm>
    </dsp:sp>
    <dsp:sp modelId="{8048A460-41AE-42F5-B268-1AA82350B268}">
      <dsp:nvSpPr>
        <dsp:cNvPr id="0" name=""/>
        <dsp:cNvSpPr/>
      </dsp:nvSpPr>
      <dsp:spPr>
        <a:xfrm rot="10800000">
          <a:off x="5334442" y="1094038"/>
          <a:ext cx="2554514" cy="1003519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41" tIns="108141" rIns="108141" bIns="10814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0" u="none" kern="1200" dirty="0"/>
            <a:t>Scenario comparisons can make savings goals and spending trade-offs easier to understand.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 rot="10800000">
        <a:off x="5378530" y="1094038"/>
        <a:ext cx="2466338" cy="959431"/>
      </dsp:txXfrm>
    </dsp:sp>
    <dsp:sp modelId="{90062ADD-CEE7-4B33-A052-FD400E9135FB}">
      <dsp:nvSpPr>
        <dsp:cNvPr id="0" name=""/>
        <dsp:cNvSpPr/>
      </dsp:nvSpPr>
      <dsp:spPr>
        <a:xfrm>
          <a:off x="5334442" y="350674"/>
          <a:ext cx="2554514" cy="766354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863" tIns="201863" rIns="201863" bIns="2018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2"/>
              </a:solidFill>
            </a:rPr>
            <a:t>Planning</a:t>
          </a:r>
        </a:p>
      </dsp:txBody>
      <dsp:txXfrm>
        <a:off x="5435448" y="451680"/>
        <a:ext cx="2352502" cy="665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textcard" pri="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6C462-1935-46BC-B1D9-CEEB4E0F0885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90E43-B470-40BF-82F8-6E3429F63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2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90E43-B470-40BF-82F8-6E3429F63E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0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513" y="323819"/>
            <a:ext cx="2729012" cy="843082"/>
          </a:xfrm>
          <a:prstGeom prst="rect">
            <a:avLst/>
          </a:prstGeom>
        </p:spPr>
      </p:pic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371475" y="317536"/>
            <a:ext cx="2720526" cy="85564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34365" y="1188206"/>
            <a:ext cx="2245360" cy="115113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168626"/>
              </a:avLst>
            </a:prstTxWarp>
            <a:spAutoFit/>
          </a:bodyPr>
          <a:lstStyle/>
          <a:p>
            <a:pPr algn="ctr"/>
            <a:r>
              <a:rPr lang="en-IN" sz="3600" b="1" dirty="0">
                <a:ln w="38100">
                  <a:noFill/>
                </a:ln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Google Shape;202;p45">
            <a:extLst>
              <a:ext uri="{FF2B5EF4-FFF2-40B4-BE49-F238E27FC236}">
                <a16:creationId xmlns:a16="http://schemas.microsoft.com/office/drawing/2014/main" id="{DD4D71D2-3825-2E15-CA0A-23703391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11084560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6923A3-B18A-9065-C726-BBC5A9C675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11084560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880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2" y="323819"/>
            <a:ext cx="2729012" cy="84308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 userDrawn="1"/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6616167" y="1989603"/>
            <a:ext cx="5135805" cy="1615293"/>
          </a:xfrm>
          <a:prstGeom prst="rect">
            <a:avLst/>
          </a:prstGeom>
        </p:spPr>
      </p:pic>
      <p:sp>
        <p:nvSpPr>
          <p:cNvPr id="7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136640" y="3757726"/>
            <a:ext cx="6176138" cy="4410914"/>
          </a:xfrm>
          <a:prstGeom prst="rect">
            <a:avLst/>
          </a:prstGeom>
          <a:noFill/>
        </p:spPr>
        <p:txBody>
          <a:bodyPr spcFirstLastPara="1" wrap="square" numCol="1" rtlCol="0">
            <a:prstTxWarp prst="textArchUp">
              <a:avLst>
                <a:gd name="adj" fmla="val 5730049"/>
              </a:avLst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0" b="1" dirty="0">
                <a:ln w="38100">
                  <a:noFill/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Google Shape;202;p45">
            <a:extLst>
              <a:ext uri="{FF2B5EF4-FFF2-40B4-BE49-F238E27FC236}">
                <a16:creationId xmlns:a16="http://schemas.microsoft.com/office/drawing/2014/main" id="{BEE938DF-602A-6074-42C8-C7067316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1" name="Text Placeholder 40">
            <a:extLst>
              <a:ext uri="{FF2B5EF4-FFF2-40B4-BE49-F238E27FC236}">
                <a16:creationId xmlns:a16="http://schemas.microsoft.com/office/drawing/2014/main" id="{8030667F-3367-8E49-0E6C-D1D034904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91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B1584E-8195-1F65-B6B5-60C5A2F96AFC}"/>
              </a:ext>
            </a:extLst>
          </p:cNvPr>
          <p:cNvGrpSpPr/>
          <p:nvPr userDrawn="1"/>
        </p:nvGrpSpPr>
        <p:grpSpPr>
          <a:xfrm>
            <a:off x="0" y="6002322"/>
            <a:ext cx="12192000" cy="863628"/>
            <a:chOff x="0" y="5921502"/>
            <a:chExt cx="12192000" cy="93649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E944D-0FA2-4F5D-D47C-AEC29E4EC8C8}"/>
                </a:ext>
              </a:extLst>
            </p:cNvPr>
            <p:cNvSpPr/>
            <p:nvPr/>
          </p:nvSpPr>
          <p:spPr>
            <a:xfrm>
              <a:off x="4768850" y="6034196"/>
              <a:ext cx="3327400" cy="703153"/>
            </a:xfrm>
            <a:custGeom>
              <a:avLst/>
              <a:gdLst>
                <a:gd name="csX0" fmla="*/ 3327400 w 3327400"/>
                <a:gd name="csY0" fmla="*/ 17354 h 703153"/>
                <a:gd name="csX1" fmla="*/ 969264 w 3327400"/>
                <a:gd name="csY1" fmla="*/ 18 h 703153"/>
                <a:gd name="csX2" fmla="*/ 602678 w 3327400"/>
                <a:gd name="csY2" fmla="*/ 131019 h 703153"/>
                <a:gd name="csX3" fmla="*/ 0 w 3327400"/>
                <a:gd name="csY3" fmla="*/ 633304 h 703153"/>
                <a:gd name="csX4" fmla="*/ 3244850 w 3327400"/>
                <a:gd name="csY4" fmla="*/ 703154 h 703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7400" h="703153">
                  <a:moveTo>
                    <a:pt x="3327400" y="17354"/>
                  </a:moveTo>
                  <a:cubicBezTo>
                    <a:pt x="3109849" y="17354"/>
                    <a:pt x="1540510" y="4654"/>
                    <a:pt x="969264" y="18"/>
                  </a:cubicBezTo>
                  <a:cubicBezTo>
                    <a:pt x="835419" y="-1055"/>
                    <a:pt x="705529" y="45357"/>
                    <a:pt x="602678" y="131019"/>
                  </a:cubicBezTo>
                  <a:lnTo>
                    <a:pt x="0" y="633304"/>
                  </a:lnTo>
                  <a:lnTo>
                    <a:pt x="3244850" y="703154"/>
                  </a:lnTo>
                  <a:close/>
                </a:path>
              </a:pathLst>
            </a:custGeom>
            <a:solidFill>
              <a:srgbClr val="253C6D"/>
            </a:solidFill>
            <a:ln w="6350" cap="flat">
              <a:noFill/>
              <a:prstDash val="solid"/>
              <a:miter/>
            </a:ln>
          </p:spPr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B158948-199E-54F6-CC6A-CD062D4B5441}"/>
                </a:ext>
              </a:extLst>
            </p:cNvPr>
            <p:cNvSpPr/>
            <p:nvPr/>
          </p:nvSpPr>
          <p:spPr>
            <a:xfrm>
              <a:off x="0" y="5921502"/>
              <a:ext cx="12192000" cy="936497"/>
            </a:xfrm>
            <a:custGeom>
              <a:avLst/>
              <a:gdLst>
                <a:gd name="csX0" fmla="*/ 12192000 w 12192000"/>
                <a:gd name="csY0" fmla="*/ 2350 h 936497"/>
                <a:gd name="csX1" fmla="*/ 7964170 w 12192000"/>
                <a:gd name="csY1" fmla="*/ 0 h 936497"/>
                <a:gd name="csX2" fmla="*/ 7649019 w 12192000"/>
                <a:gd name="csY2" fmla="*/ 107315 h 936497"/>
                <a:gd name="csX3" fmla="*/ 6943027 w 12192000"/>
                <a:gd name="csY3" fmla="*/ 652272 h 936497"/>
                <a:gd name="csX4" fmla="*/ 6714427 w 12192000"/>
                <a:gd name="csY4" fmla="*/ 730187 h 936497"/>
                <a:gd name="csX5" fmla="*/ 0 w 12192000"/>
                <a:gd name="csY5" fmla="*/ 733298 h 936497"/>
                <a:gd name="csX6" fmla="*/ 0 w 12192000"/>
                <a:gd name="csY6" fmla="*/ 936498 h 936497"/>
                <a:gd name="csX7" fmla="*/ 12192000 w 12192000"/>
                <a:gd name="csY7" fmla="*/ 936498 h 936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192000" h="936497">
                  <a:moveTo>
                    <a:pt x="12192000" y="2350"/>
                  </a:moveTo>
                  <a:lnTo>
                    <a:pt x="7964170" y="0"/>
                  </a:lnTo>
                  <a:cubicBezTo>
                    <a:pt x="7850124" y="-76"/>
                    <a:pt x="7739317" y="37668"/>
                    <a:pt x="7649019" y="107315"/>
                  </a:cubicBezTo>
                  <a:lnTo>
                    <a:pt x="6943027" y="652272"/>
                  </a:lnTo>
                  <a:cubicBezTo>
                    <a:pt x="6877558" y="702818"/>
                    <a:pt x="6797168" y="730187"/>
                    <a:pt x="6714427" y="730187"/>
                  </a:cubicBezTo>
                  <a:lnTo>
                    <a:pt x="0" y="733298"/>
                  </a:lnTo>
                  <a:lnTo>
                    <a:pt x="0" y="936498"/>
                  </a:lnTo>
                  <a:lnTo>
                    <a:pt x="12192000" y="936498"/>
                  </a:lnTo>
                  <a:close/>
                </a:path>
              </a:pathLst>
            </a:custGeom>
            <a:solidFill>
              <a:srgbClr val="F2842F"/>
            </a:solidFill>
            <a:ln w="6350" cap="flat">
              <a:noFill/>
              <a:prstDash val="solid"/>
              <a:miter/>
            </a:ln>
          </p:spPr>
        </p:sp>
      </p:grpSp>
      <p:sp>
        <p:nvSpPr>
          <p:cNvPr id="3" name="Google Shape;202;p45">
            <a:extLst>
              <a:ext uri="{FF2B5EF4-FFF2-40B4-BE49-F238E27FC236}">
                <a16:creationId xmlns:a16="http://schemas.microsoft.com/office/drawing/2014/main" id="{6BF16071-0212-0BAB-F060-72458C919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8" name="Picture 7" descr="Sathyabama Institute of Science and Technology Marks Calculator | CGPA &amp;  SGPA">
            <a:extLst>
              <a:ext uri="{FF2B5EF4-FFF2-40B4-BE49-F238E27FC236}">
                <a16:creationId xmlns:a16="http://schemas.microsoft.com/office/drawing/2014/main" id="{F2C043C2-F269-2061-CA94-F6ACF5D2C0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01" y="148062"/>
            <a:ext cx="1047750" cy="104775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420C4F-56EC-8F21-F85A-F539849AD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011DAA12-713E-1B53-F990-5B1A0D6AE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>
            <a:lvl1pPr>
              <a:buFontTx/>
              <a:buNone/>
              <a:defRPr sz="24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9979108" y="364408"/>
            <a:ext cx="1955579" cy="6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8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F7FB7-8A81-2B7E-ED1D-92AF28D5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47671-D508-B7AD-B296-E1CA6170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2D36-9015-9164-2ED7-AD3DF4607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5E12-DB88-696D-9012-0D8486CF5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1C9F-DDFD-4251-4985-A2941FAC1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FE0C-FD5A-4524-A8B1-CEC4446D43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0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FDAC-57A7-98AC-D986-6B23EEBC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06CD56A3-578C-0180-77A5-729AC080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</p:spPr>
        <p:txBody>
          <a:bodyPr>
            <a:normAutofit fontScale="90000"/>
          </a:bodyPr>
          <a:lstStyle/>
          <a:p>
            <a:r>
              <a:rPr lang="en-IN" dirty="0"/>
              <a:t>Personal Finance Intelligence: Track, Recover and Forecast Money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8589B8E-4A29-73AF-5A2F-EB72CC734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3652861"/>
            <a:ext cx="5587999" cy="3422575"/>
          </a:xfrm>
        </p:spPr>
        <p:txBody>
          <a:bodyPr>
            <a:normAutofit/>
          </a:bodyPr>
          <a:lstStyle/>
          <a:p>
            <a:r>
              <a:rPr lang="en-US" dirty="0"/>
              <a:t>Team Name : </a:t>
            </a:r>
            <a:r>
              <a:rPr lang="en-IN" b="1" dirty="0" err="1"/>
              <a:t>Innovision</a:t>
            </a:r>
            <a:endParaRPr lang="en-US" dirty="0"/>
          </a:p>
          <a:p>
            <a:r>
              <a:rPr lang="en-US" dirty="0"/>
              <a:t>Theme : Open Innovation</a:t>
            </a:r>
          </a:p>
          <a:p>
            <a:r>
              <a:rPr lang="en-US" dirty="0"/>
              <a:t>PS Category : Software</a:t>
            </a:r>
          </a:p>
          <a:p>
            <a:r>
              <a:rPr lang="en-US" dirty="0"/>
              <a:t>Team ID : </a:t>
            </a:r>
            <a:r>
              <a:rPr lang="en-IN" dirty="0"/>
              <a:t>DEX26346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A1547A-8CFB-621B-D78D-7A6A2FC212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82075" y="6356350"/>
            <a:ext cx="3209925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4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174EA7-003F-89B1-1E7C-F8A57DE9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 fontScale="90000"/>
          </a:bodyPr>
          <a:lstStyle/>
          <a:p>
            <a:r>
              <a:rPr lang="en-IN" sz="2700" dirty="0"/>
              <a:t>IDEA TITLE | ONE VIEW OF YOUR FINANCIAL LIFE</a:t>
            </a:r>
            <a:br>
              <a:rPr lang="en-IN" sz="2000" dirty="0"/>
            </a:br>
            <a:r>
              <a:rPr lang="en-IN" sz="1800" dirty="0"/>
              <a:t>Track, Recover and Forecast — Smarter Financial Decisions in One Platform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9F55E-3122-1F47-4A39-E67B9B6E4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8FC1CE-9842-CF70-2FC2-083A84783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6" y="1254833"/>
            <a:ext cx="11449048" cy="4620263"/>
          </a:xfrm>
        </p:spPr>
        <p:txBody>
          <a:bodyPr>
            <a:normAutofit/>
          </a:bodyPr>
          <a:lstStyle/>
          <a:p>
            <a:r>
              <a:rPr lang="en-US" sz="1600" b="1" dirty="0"/>
              <a:t>Problem : </a:t>
            </a:r>
            <a:r>
              <a:rPr lang="en-US" sz="1600" dirty="0"/>
              <a:t>everyday money decisions are scattered across several apps, statements, reminder and memory.</a:t>
            </a:r>
            <a:endParaRPr lang="en-US" sz="1600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4AB9FC-8F88-081D-613D-1BCAD065F677}"/>
              </a:ext>
            </a:extLst>
          </p:cNvPr>
          <p:cNvSpPr/>
          <p:nvPr/>
        </p:nvSpPr>
        <p:spPr>
          <a:xfrm>
            <a:off x="371473" y="2354478"/>
            <a:ext cx="2597867" cy="15510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1.Money Map:</a:t>
            </a:r>
          </a:p>
          <a:p>
            <a:pPr algn="ctr"/>
            <a:r>
              <a:rPr lang="en-IN" sz="1400" dirty="0"/>
              <a:t>Organise </a:t>
            </a:r>
            <a:r>
              <a:rPr lang="en-IN" sz="1400" dirty="0" err="1"/>
              <a:t>expenses,income,categories</a:t>
            </a:r>
            <a:r>
              <a:rPr lang="en-IN" sz="1400" dirty="0"/>
              <a:t> and investments in one dashboard.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078D0E-83A8-02C5-BE84-2BDC2DAAAC63}"/>
              </a:ext>
            </a:extLst>
          </p:cNvPr>
          <p:cNvSpPr/>
          <p:nvPr/>
        </p:nvSpPr>
        <p:spPr>
          <a:xfrm>
            <a:off x="3114668" y="2379245"/>
            <a:ext cx="2638415" cy="152627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2.Claimback:</a:t>
            </a:r>
          </a:p>
          <a:p>
            <a:pPr algn="ctr"/>
            <a:r>
              <a:rPr lang="en-IN" sz="1400" dirty="0"/>
              <a:t>Flag possible duplicate charges, refunds, and money that may be reclaimable.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24FE47-8191-F9FB-022D-30700226AE13}"/>
              </a:ext>
            </a:extLst>
          </p:cNvPr>
          <p:cNvSpPr/>
          <p:nvPr/>
        </p:nvSpPr>
        <p:spPr>
          <a:xfrm>
            <a:off x="5894298" y="2391511"/>
            <a:ext cx="2597867" cy="155103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3.Money Mirror:</a:t>
            </a:r>
          </a:p>
          <a:p>
            <a:pPr algn="ctr"/>
            <a:r>
              <a:rPr lang="en-IN" sz="1400" dirty="0"/>
              <a:t>Simulates how today’s decisions could affect a future budget or savings goal.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2D8A9F-5E04-28B7-8528-02D0B3BF402E}"/>
              </a:ext>
            </a:extLst>
          </p:cNvPr>
          <p:cNvSpPr/>
          <p:nvPr/>
        </p:nvSpPr>
        <p:spPr>
          <a:xfrm>
            <a:off x="8678040" y="2391511"/>
            <a:ext cx="2597867" cy="155103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4</a:t>
            </a:r>
            <a:r>
              <a:rPr lang="en-IN" sz="1400" dirty="0"/>
              <a:t>. </a:t>
            </a:r>
            <a:r>
              <a:rPr lang="en-IN" sz="1400" b="1" dirty="0"/>
              <a:t>Subscription Leak Detection:</a:t>
            </a:r>
          </a:p>
          <a:p>
            <a:pPr algn="ctr"/>
            <a:r>
              <a:rPr lang="en-IN" sz="1400" dirty="0"/>
              <a:t>Highlights recurring payments and subscriptions that may be unused.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6DE4B22-954E-A6E1-03F7-0633178E47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3248772"/>
              </p:ext>
            </p:extLst>
          </p:nvPr>
        </p:nvGraphicFramePr>
        <p:xfrm>
          <a:off x="1670406" y="3357607"/>
          <a:ext cx="7767911" cy="3028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5E9DEC4-FA77-F634-40D9-87AB170BCDE9}"/>
              </a:ext>
            </a:extLst>
          </p:cNvPr>
          <p:cNvSpPr txBox="1"/>
          <p:nvPr/>
        </p:nvSpPr>
        <p:spPr>
          <a:xfrm>
            <a:off x="371473" y="4058414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Example user journey</a:t>
            </a:r>
            <a:r>
              <a:rPr lang="en-IN" sz="1400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A108B0-0C1D-6F09-6222-E71351C23573}"/>
              </a:ext>
            </a:extLst>
          </p:cNvPr>
          <p:cNvSpPr txBox="1"/>
          <p:nvPr/>
        </p:nvSpPr>
        <p:spPr>
          <a:xfrm>
            <a:off x="371473" y="1625234"/>
            <a:ext cx="10836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Solution: </a:t>
            </a:r>
            <a:r>
              <a:rPr lang="en-IN" sz="1400" dirty="0"/>
              <a:t>A unified personal finance platform that helps users organise their finances, identify potentially recoverable payments, detect</a:t>
            </a:r>
          </a:p>
          <a:p>
            <a:r>
              <a:rPr lang="en-IN" sz="1400" dirty="0"/>
              <a:t>recurring subscriptions, and understand how their current financial decisions may affect future savings.</a:t>
            </a:r>
            <a:endParaRPr lang="en-IN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66219B-B5C4-E741-1EBA-991B509D4CE6}"/>
              </a:ext>
            </a:extLst>
          </p:cNvPr>
          <p:cNvSpPr txBox="1"/>
          <p:nvPr/>
        </p:nvSpPr>
        <p:spPr>
          <a:xfrm>
            <a:off x="360576" y="5462201"/>
            <a:ext cx="6840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Key Idea: </a:t>
            </a:r>
            <a:r>
              <a:rPr lang="en-IN" sz="1400" dirty="0"/>
              <a:t>Provide decision support, users approve any financial actions themselves.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85517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A9B2-4145-047E-4788-11A7E65A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56E314-826D-F661-98DC-382C68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sz="2000" dirty="0"/>
              <a:t>TECHNICAL APPROACH | From Data To Useful Decisions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8579B-D1ED-8571-DE02-5C97F25C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E683CC-7AD2-3D83-D0E5-34D9E4E33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6" y="1177861"/>
            <a:ext cx="2961659" cy="365125"/>
          </a:xfrm>
        </p:spPr>
        <p:txBody>
          <a:bodyPr>
            <a:normAutofit/>
          </a:bodyPr>
          <a:lstStyle/>
          <a:p>
            <a:pPr marL="0" indent="0"/>
            <a:r>
              <a:rPr lang="en-US" sz="1800" b="1" dirty="0">
                <a:solidFill>
                  <a:schemeClr val="accent1"/>
                </a:solidFill>
              </a:rPr>
              <a:t>TECHNICAL APPROACH:</a:t>
            </a:r>
          </a:p>
          <a:p>
            <a:pPr marL="0" indent="0"/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EA192-79BB-86FD-C6B7-E983E7B3D37C}"/>
              </a:ext>
            </a:extLst>
          </p:cNvPr>
          <p:cNvSpPr txBox="1"/>
          <p:nvPr/>
        </p:nvSpPr>
        <p:spPr>
          <a:xfrm>
            <a:off x="371476" y="1587489"/>
            <a:ext cx="2176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Prototype Architecture: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B591C58-04FE-D902-913D-592C1CD7D8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6427253"/>
              </p:ext>
            </p:extLst>
          </p:nvPr>
        </p:nvGraphicFramePr>
        <p:xfrm>
          <a:off x="488336" y="2025445"/>
          <a:ext cx="5971458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33FC3D-A00C-0C63-9802-61B57153628B}"/>
              </a:ext>
            </a:extLst>
          </p:cNvPr>
          <p:cNvSpPr/>
          <p:nvPr/>
        </p:nvSpPr>
        <p:spPr>
          <a:xfrm>
            <a:off x="1602658" y="4197214"/>
            <a:ext cx="8986684" cy="796413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Build Sequence: </a:t>
            </a:r>
            <a:r>
              <a:rPr lang="en-IN" sz="1600" dirty="0"/>
              <a:t>dashboard → recurring-payment flags → scenario simulator → claim checklist</a:t>
            </a:r>
            <a:endParaRPr lang="en-IN" sz="16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AF5F95-6410-0C75-7B83-E21A45B9EB59}"/>
              </a:ext>
            </a:extLst>
          </p:cNvPr>
          <p:cNvSpPr/>
          <p:nvPr/>
        </p:nvSpPr>
        <p:spPr>
          <a:xfrm>
            <a:off x="6646607" y="1587489"/>
            <a:ext cx="5173917" cy="196195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/>
              <a:t>PROTOTYPE STACK: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Frontend: React or simple HTML/CSS/JavaScript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Backend: Python (</a:t>
            </a:r>
            <a:r>
              <a:rPr lang="en-IN" sz="1400" dirty="0" err="1"/>
              <a:t>FastAPI</a:t>
            </a:r>
            <a:r>
              <a:rPr lang="en-IN" sz="1400" dirty="0"/>
              <a:t>) or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Storage: SQLite for a local demo; encrypt sensitive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Charts: Chart.js or Recharts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Testing: synthetic sample data and user-task tests</a:t>
            </a:r>
            <a:endParaRPr lang="en-IN" sz="1400" b="1" dirty="0"/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3222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DB02-F265-94FF-6DDE-A3106183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65A3FB-D8C6-A614-A208-A0FE6209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sz="2000" dirty="0"/>
              <a:t>FEASIBILITY AND VIABILITY | Smart Small, Validate Early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F34F-0E06-32B0-3C1C-5F1056DA4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BC329C1-9AC2-B228-6E18-5854D0FBF8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8533204"/>
              </p:ext>
            </p:extLst>
          </p:nvPr>
        </p:nvGraphicFramePr>
        <p:xfrm>
          <a:off x="1381693" y="958316"/>
          <a:ext cx="9463887" cy="1871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3E0F92-AC28-CCFA-1BC4-C4ACEDA4CF7B}"/>
              </a:ext>
            </a:extLst>
          </p:cNvPr>
          <p:cNvSpPr txBox="1"/>
          <p:nvPr/>
        </p:nvSpPr>
        <p:spPr>
          <a:xfrm>
            <a:off x="369010" y="2608752"/>
            <a:ext cx="1702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Validation plan: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A8C0F1-6542-11FB-F73C-3BE5D7155819}"/>
              </a:ext>
            </a:extLst>
          </p:cNvPr>
          <p:cNvSpPr/>
          <p:nvPr/>
        </p:nvSpPr>
        <p:spPr>
          <a:xfrm>
            <a:off x="371476" y="3151253"/>
            <a:ext cx="501445" cy="5057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BD1FCF-C18A-60C3-DCFF-7F6900AA2D76}"/>
              </a:ext>
            </a:extLst>
          </p:cNvPr>
          <p:cNvSpPr txBox="1"/>
          <p:nvPr/>
        </p:nvSpPr>
        <p:spPr>
          <a:xfrm>
            <a:off x="877697" y="3166020"/>
            <a:ext cx="1766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Use 20-30 synthetic</a:t>
            </a:r>
          </a:p>
          <a:p>
            <a:r>
              <a:rPr lang="en-IN" sz="1400" dirty="0"/>
              <a:t> transaction sets.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393B40-43DA-2175-CA54-A83C45679DF0}"/>
              </a:ext>
            </a:extLst>
          </p:cNvPr>
          <p:cNvSpPr/>
          <p:nvPr/>
        </p:nvSpPr>
        <p:spPr>
          <a:xfrm>
            <a:off x="383107" y="3831759"/>
            <a:ext cx="481779" cy="5232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F0F6CE-D59C-5AE6-C941-C132D222933E}"/>
              </a:ext>
            </a:extLst>
          </p:cNvPr>
          <p:cNvSpPr txBox="1"/>
          <p:nvPr/>
        </p:nvSpPr>
        <p:spPr>
          <a:xfrm>
            <a:off x="943541" y="3844400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Ask 10-15 users to complete</a:t>
            </a:r>
          </a:p>
          <a:p>
            <a:r>
              <a:rPr lang="en-IN" sz="1400" dirty="0"/>
              <a:t>key tasks.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8E222DB-FC9B-2AC4-971F-302D4B0E58B0}"/>
              </a:ext>
            </a:extLst>
          </p:cNvPr>
          <p:cNvSpPr/>
          <p:nvPr/>
        </p:nvSpPr>
        <p:spPr>
          <a:xfrm>
            <a:off x="371476" y="4529782"/>
            <a:ext cx="481779" cy="5232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F47D4-9675-DA60-A99D-EABAF04FC959}"/>
              </a:ext>
            </a:extLst>
          </p:cNvPr>
          <p:cNvSpPr txBox="1"/>
          <p:nvPr/>
        </p:nvSpPr>
        <p:spPr>
          <a:xfrm>
            <a:off x="864886" y="4522136"/>
            <a:ext cx="2810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Measure categorisation accuracy</a:t>
            </a:r>
          </a:p>
          <a:p>
            <a:r>
              <a:rPr lang="en-IN" sz="1400" dirty="0"/>
              <a:t>and useful alerts.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014E8FB-7E88-07F0-59DB-4EF2EDF22B4D}"/>
              </a:ext>
            </a:extLst>
          </p:cNvPr>
          <p:cNvSpPr/>
          <p:nvPr/>
        </p:nvSpPr>
        <p:spPr>
          <a:xfrm>
            <a:off x="394867" y="5227805"/>
            <a:ext cx="454661" cy="5133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1E5393-6DAD-6D08-FF0C-564EE84AF68C}"/>
              </a:ext>
            </a:extLst>
          </p:cNvPr>
          <p:cNvSpPr txBox="1"/>
          <p:nvPr/>
        </p:nvSpPr>
        <p:spPr>
          <a:xfrm>
            <a:off x="918200" y="5212513"/>
            <a:ext cx="23067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Track task completion time</a:t>
            </a:r>
          </a:p>
          <a:p>
            <a:r>
              <a:rPr lang="en-IN" sz="1400" dirty="0"/>
              <a:t>And user reported clarity.</a:t>
            </a:r>
          </a:p>
          <a:p>
            <a:endParaRPr lang="en-IN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D335CF-EACE-DA4A-BBF8-79445601E8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5202" y="2274236"/>
            <a:ext cx="6850725" cy="3638266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E250D01-EBA5-4344-D7ED-7DA863723167}"/>
              </a:ext>
            </a:extLst>
          </p:cNvPr>
          <p:cNvSpPr/>
          <p:nvPr/>
        </p:nvSpPr>
        <p:spPr>
          <a:xfrm>
            <a:off x="3991897" y="2274236"/>
            <a:ext cx="7521677" cy="363826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48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46AE-5B58-1B80-0EAF-10AC0031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95AAEE-0716-FFBD-AA8F-1709F258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80" y="385149"/>
            <a:ext cx="10474104" cy="574656"/>
          </a:xfrm>
        </p:spPr>
        <p:txBody>
          <a:bodyPr>
            <a:normAutofit/>
          </a:bodyPr>
          <a:lstStyle/>
          <a:p>
            <a:r>
              <a:rPr lang="en-IN" sz="2000" dirty="0"/>
              <a:t>B</a:t>
            </a:r>
            <a:r>
              <a:rPr lang="en-US" sz="2000" dirty="0"/>
              <a:t>USINESS CANVAS | Who Benefits And How It Could Sustain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ED3C0-45B9-4F61-CC2E-E7819EB7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126D149-9C65-05AB-A71B-72B150696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6441619"/>
              </p:ext>
            </p:extLst>
          </p:nvPr>
        </p:nvGraphicFramePr>
        <p:xfrm>
          <a:off x="2339258" y="1219200"/>
          <a:ext cx="7513484" cy="1767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E92415-7CAB-CD8C-7CED-67759C7A5C0B}"/>
              </a:ext>
            </a:extLst>
          </p:cNvPr>
          <p:cNvSpPr txBox="1"/>
          <p:nvPr/>
        </p:nvSpPr>
        <p:spPr>
          <a:xfrm>
            <a:off x="341980" y="3104079"/>
            <a:ext cx="463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Business and Sustainability Hypothesis: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F5401-1201-602D-94E4-86999537BF1D}"/>
              </a:ext>
            </a:extLst>
          </p:cNvPr>
          <p:cNvSpPr txBox="1"/>
          <p:nvPr/>
        </p:nvSpPr>
        <p:spPr>
          <a:xfrm>
            <a:off x="341980" y="3667432"/>
            <a:ext cx="5754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Freemium: core tracking and basic insights free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Optional paid tier: advanced simulations and custom reports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Potential partnerships only after privacy and compliance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158C5-99B2-0241-28B1-D943DD9B7989}"/>
              </a:ext>
            </a:extLst>
          </p:cNvPr>
          <p:cNvSpPr txBox="1"/>
          <p:nvPr/>
        </p:nvSpPr>
        <p:spPr>
          <a:xfrm>
            <a:off x="5801033" y="3607475"/>
            <a:ext cx="60194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Alternatives: spreadsheets, banking apps, budgeting apps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Differentiator hypothesis: connect recovery checks with future scenarios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Costs: hosting, maintenance, security, testing, and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365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07B8-F5D6-3D86-94BE-3F5ED1B8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67624-53B3-3D31-2B35-373FAA66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lang="en-US" sz="2000" dirty="0"/>
              <a:t>IMPACT AND BENEFITS | Make Financial Choices Easier To See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F363D-C4B0-D7BE-2CB3-5316C2D4F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BAB396E-71E1-D209-5241-3F373882C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8775082"/>
              </p:ext>
            </p:extLst>
          </p:nvPr>
        </p:nvGraphicFramePr>
        <p:xfrm>
          <a:off x="1976283" y="979469"/>
          <a:ext cx="7898581" cy="2448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84A8A77-672A-3161-B545-F578E6C3D52F}"/>
              </a:ext>
            </a:extLst>
          </p:cNvPr>
          <p:cNvSpPr txBox="1"/>
          <p:nvPr/>
        </p:nvSpPr>
        <p:spPr>
          <a:xfrm>
            <a:off x="371476" y="3427701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How we will measure impact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3749B-16D8-4380-FB48-939577142E3F}"/>
              </a:ext>
            </a:extLst>
          </p:cNvPr>
          <p:cNvSpPr txBox="1"/>
          <p:nvPr/>
        </p:nvSpPr>
        <p:spPr>
          <a:xfrm>
            <a:off x="606999" y="4107195"/>
            <a:ext cx="80036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Task success: </a:t>
            </a:r>
            <a:r>
              <a:rPr lang="en-IN" sz="1600" dirty="0"/>
              <a:t>can users find a transaction or identify a recurring payment?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Understanding: </a:t>
            </a:r>
            <a:r>
              <a:rPr lang="en-IN" sz="1600" dirty="0"/>
              <a:t>can users explain how a spending change affects a savings goal?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Usefulness: </a:t>
            </a:r>
            <a:r>
              <a:rPr lang="en-IN" sz="1600" dirty="0"/>
              <a:t>how many alerts are confirmed as relevant by test users?</a:t>
            </a:r>
          </a:p>
          <a:p>
            <a:br>
              <a:rPr lang="en-IN" sz="1600" dirty="0"/>
            </a:b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4857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DFAE-A482-800C-BDE7-191E7C5E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2AA865-8A43-4424-BF3F-C2BAD148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</p:spPr>
        <p:txBody>
          <a:bodyPr>
            <a:normAutofit/>
          </a:bodyPr>
          <a:lstStyle/>
          <a:p>
            <a:r>
              <a:rPr lang="en-US" dirty="0"/>
              <a:t>RESEARCH  AND 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9C97E-BADD-963B-CFF7-507C4D4F7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BF8B3F-D8AF-2D60-56BF-A19CC6215C81}"/>
              </a:ext>
            </a:extLst>
          </p:cNvPr>
          <p:cNvSpPr/>
          <p:nvPr/>
        </p:nvSpPr>
        <p:spPr>
          <a:xfrm>
            <a:off x="1557755" y="1582994"/>
            <a:ext cx="3480620" cy="574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RBI — Financial Education</a:t>
            </a:r>
            <a:br>
              <a:rPr lang="en-IN" sz="1600" dirty="0"/>
            </a:br>
            <a:r>
              <a:rPr lang="en-IN" sz="1600" dirty="0"/>
              <a:t>https://rbi.org.in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DB6F07-B937-512B-0C69-451EFB29C6FD}"/>
              </a:ext>
            </a:extLst>
          </p:cNvPr>
          <p:cNvSpPr/>
          <p:nvPr/>
        </p:nvSpPr>
        <p:spPr>
          <a:xfrm>
            <a:off x="1557755" y="2679867"/>
            <a:ext cx="3480620" cy="574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NPCI — Digital Payments</a:t>
            </a:r>
            <a:br>
              <a:rPr lang="en-IN" sz="1600" dirty="0"/>
            </a:br>
            <a:r>
              <a:rPr lang="en-IN" sz="1600" dirty="0"/>
              <a:t>https://npci.org.in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B3562C-6BC5-F9BC-5B3D-3D2B85D4B193}"/>
              </a:ext>
            </a:extLst>
          </p:cNvPr>
          <p:cNvSpPr/>
          <p:nvPr/>
        </p:nvSpPr>
        <p:spPr>
          <a:xfrm>
            <a:off x="6704964" y="1582994"/>
            <a:ext cx="3480620" cy="574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SEBI — Investor Education</a:t>
            </a:r>
            <a:br>
              <a:rPr lang="en-IN" dirty="0"/>
            </a:br>
            <a:r>
              <a:rPr lang="en-IN" dirty="0"/>
              <a:t>https://sebi.gov.in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B965D5-6623-5129-37F5-40AA8A7C60C4}"/>
              </a:ext>
            </a:extLst>
          </p:cNvPr>
          <p:cNvSpPr/>
          <p:nvPr/>
        </p:nvSpPr>
        <p:spPr>
          <a:xfrm>
            <a:off x="6704964" y="2679867"/>
            <a:ext cx="3480620" cy="574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OWASP — Application Security</a:t>
            </a:r>
            <a:br>
              <a:rPr lang="en-IN" sz="1400" dirty="0"/>
            </a:br>
            <a:r>
              <a:rPr lang="en-IN" sz="1400" dirty="0"/>
              <a:t>https://owasp.org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60B023-A66B-52AA-62C2-12E5CB710E71}"/>
              </a:ext>
            </a:extLst>
          </p:cNvPr>
          <p:cNvSpPr/>
          <p:nvPr/>
        </p:nvSpPr>
        <p:spPr>
          <a:xfrm>
            <a:off x="6704964" y="3776740"/>
            <a:ext cx="3480620" cy="574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 algn="ctr"/>
            <a:r>
              <a:rPr lang="en-IN" b="1" dirty="0" err="1"/>
              <a:t>FastAPI</a:t>
            </a:r>
            <a:r>
              <a:rPr lang="en-IN" b="1" dirty="0"/>
              <a:t> — Documentation</a:t>
            </a:r>
            <a:br>
              <a:rPr lang="en-IN" dirty="0"/>
            </a:br>
            <a:r>
              <a:rPr lang="en-IN" dirty="0"/>
              <a:t>https://tiangolo.com</a:t>
            </a:r>
          </a:p>
          <a:p>
            <a:br>
              <a:rPr lang="en-IN" dirty="0"/>
            </a:br>
            <a:endParaRPr lang="en-IN" dirty="0"/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C9BB04-2FF4-8DC3-DD39-75E03689D4A0}"/>
              </a:ext>
            </a:extLst>
          </p:cNvPr>
          <p:cNvSpPr/>
          <p:nvPr/>
        </p:nvSpPr>
        <p:spPr>
          <a:xfrm>
            <a:off x="1565129" y="3776740"/>
            <a:ext cx="3480620" cy="574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React — Documentation</a:t>
            </a:r>
            <a:br>
              <a:rPr lang="en-IN" dirty="0"/>
            </a:br>
            <a:r>
              <a:rPr lang="en-IN" dirty="0"/>
              <a:t>https://react.dev</a:t>
            </a:r>
          </a:p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F2ECF4-F91D-70B5-8425-A6B587C46FB9}"/>
              </a:ext>
            </a:extLst>
          </p:cNvPr>
          <p:cNvSpPr txBox="1"/>
          <p:nvPr/>
        </p:nvSpPr>
        <p:spPr>
          <a:xfrm>
            <a:off x="8205199" y="6191577"/>
            <a:ext cx="3013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i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-THANK YOU …</a:t>
            </a:r>
          </a:p>
        </p:txBody>
      </p:sp>
    </p:spTree>
    <p:extLst>
      <p:ext uri="{BB962C8B-B14F-4D97-AF65-F5344CB8AC3E}">
        <p14:creationId xmlns:p14="http://schemas.microsoft.com/office/powerpoint/2010/main" val="346001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xath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842F"/>
      </a:accent1>
      <a:accent2>
        <a:srgbClr val="253C6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DEXATHON_Finance_Project_Draft</Template>
  <TotalTime>2</TotalTime>
  <Words>714</Words>
  <Application>Microsoft Office PowerPoint</Application>
  <PresentationFormat>Widescreen</PresentationFormat>
  <Paragraphs>106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Bookman Old Style</vt:lpstr>
      <vt:lpstr>Calibri</vt:lpstr>
      <vt:lpstr>Office Theme</vt:lpstr>
      <vt:lpstr>Personal Finance Intelligence: Track, Recover and Forecast Money</vt:lpstr>
      <vt:lpstr>IDEA TITLE | ONE VIEW OF YOUR FINANCIAL LIFE Track, Recover and Forecast — Smarter Financial Decisions in One Platform</vt:lpstr>
      <vt:lpstr>TECHNICAL APPROACH | From Data To Useful Decisions</vt:lpstr>
      <vt:lpstr>FEASIBILITY AND VIABILITY | Smart Small, Validate Early</vt:lpstr>
      <vt:lpstr>BUSINESS CANVAS | Who Benefits And How It Could Sustain</vt:lpstr>
      <vt:lpstr>IMPACT AND BENEFITS | Make Financial Choices Easier To See</vt:lpstr>
      <vt:lpstr>RESEARCH 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Maheshwar Ilango</dc:creator>
  <cp:lastModifiedBy>Maheshwar Ilango</cp:lastModifiedBy>
  <cp:revision>1</cp:revision>
  <dcterms:created xsi:type="dcterms:W3CDTF">2026-10-23T06:23:48Z</dcterms:created>
  <dcterms:modified xsi:type="dcterms:W3CDTF">2026-10-23T06:26:25Z</dcterms:modified>
</cp:coreProperties>
</file>